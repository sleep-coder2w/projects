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_rels/presentation.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slides/slide1.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5.xml" ContentType="application/vnd.openxmlformats-officedocument.presentationml.slide+xml"/>
  <Override PartName="/ppt/slides/_rels/slide14.xml.rels" ContentType="application/vnd.openxmlformats-package.relationships+xml"/>
  <Override PartName="/ppt/slides/_rels/slide13.xml.rels" ContentType="application/vnd.openxmlformats-package.relationships+xml"/>
  <Override PartName="/ppt/slides/_rels/slide9.xml.rels" ContentType="application/vnd.openxmlformats-package.relationships+xml"/>
  <Override PartName="/ppt/slides/_rels/slide12.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rtl="0">
  <p:sldMasterIdLst>
    <p:sldMasterId id="2147483648" r:id="rId2"/>
    <p:sldMasterId id="2147483650"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lIns="0" rIns="0" tIns="0" bIns="0" anchor="ctr">
            <a:spAutoFit/>
          </a:bodyPr>
          <a:p>
            <a:pPr indent="0">
              <a:buNone/>
            </a:pPr>
            <a:endParaRPr b="0" lang="en-US" sz="1800" strike="noStrike" u="none">
              <a:solidFill>
                <a:schemeClr val="dk1"/>
              </a:solidFill>
              <a:uFillTx/>
              <a:latin typeface="Calibri"/>
            </a:endParaRPr>
          </a:p>
        </p:txBody>
      </p:sp>
      <p:sp>
        <p:nvSpPr>
          <p:cNvPr id="6"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uFillTx/>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617ABF2F-095F-4D15-ADFA-18135A17BF9D}" type="slidenum">
              <a:t>&lt;#&gt;</a:t>
            </a:fld>
          </a:p>
        </p:txBody>
      </p:sp>
      <p:sp>
        <p:nvSpPr>
          <p:cNvPr id="6" name="PlaceHolder 5"/>
          <p:cNvSpPr>
            <a:spLocks noGrp="1"/>
          </p:cNvSpPr>
          <p:nvPr>
            <p:ph type="dt" idx="1"/>
          </p:nvPr>
        </p:nvSpPr>
        <p:spPr/>
        <p:txBody>
          <a:bodyPr/>
          <a:p>
            <a:r>
              <a:rPr lang="zh-C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12" name="PlaceHolder 1"/>
          <p:cNvSpPr>
            <a:spLocks noGrp="1"/>
          </p:cNvSpPr>
          <p:nvPr>
            <p:ph type="title"/>
          </p:nvPr>
        </p:nvSpPr>
        <p:spPr>
          <a:xfrm>
            <a:off x="1523880" y="1122480"/>
            <a:ext cx="9143640" cy="2387160"/>
          </a:xfrm>
          <a:prstGeom prst="rect">
            <a:avLst/>
          </a:prstGeom>
          <a:noFill/>
          <a:ln w="0">
            <a:noFill/>
          </a:ln>
        </p:spPr>
        <p:txBody>
          <a:bodyPr lIns="0" rIns="0" tIns="0" bIns="0" anchor="ctr">
            <a:spAutoFit/>
          </a:bodyPr>
          <a:p>
            <a:pPr indent="0">
              <a:buNone/>
            </a:pPr>
            <a:endParaRPr b="0" lang="en-US" sz="1800" strike="noStrike" u="none">
              <a:solidFill>
                <a:schemeClr val="dk1"/>
              </a:solidFill>
              <a:uFillTx/>
              <a:latin typeface="Calibri"/>
            </a:endParaRPr>
          </a:p>
        </p:txBody>
      </p:sp>
      <p:sp>
        <p:nvSpPr>
          <p:cNvPr id="13" name="PlaceHolder 2"/>
          <p:cNvSpPr>
            <a:spLocks noGrp="1"/>
          </p:cNvSpPr>
          <p:nvPr>
            <p:ph type="subTitle"/>
          </p:nvPr>
        </p:nvSpPr>
        <p:spPr>
          <a:xfrm>
            <a:off x="609480" y="1604520"/>
            <a:ext cx="10972440" cy="3977280"/>
          </a:xfrm>
          <a:prstGeom prst="rect">
            <a:avLst/>
          </a:prstGeom>
          <a:noFill/>
          <a:ln w="0">
            <a:noFill/>
          </a:ln>
        </p:spPr>
        <p:txBody>
          <a:bodyPr lIns="0" rIns="0" tIns="0" bIns="0" anchor="ctr">
            <a:spAutoFit/>
          </a:bodyPr>
          <a:p>
            <a:pPr indent="0" algn="ctr">
              <a:buNone/>
            </a:pPr>
            <a:endParaRPr b="0" lang="en-US" sz="3200" strike="noStrike" u="none">
              <a:solidFill>
                <a:srgbClr val="000000"/>
              </a:solidFill>
              <a:uFillTx/>
              <a:latin typeface="Noto Sans CJK SC"/>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BE26EEB7-2110-48FE-89AD-514874C52764}" type="slidenum">
              <a:t>&lt;#&gt;</a:t>
            </a:fld>
          </a:p>
        </p:txBody>
      </p:sp>
      <p:sp>
        <p:nvSpPr>
          <p:cNvPr id="6" name="PlaceHolder 5"/>
          <p:cNvSpPr>
            <a:spLocks noGrp="1"/>
          </p:cNvSpPr>
          <p:nvPr>
            <p:ph type="dt" idx="4"/>
          </p:nvPr>
        </p:nvSpPr>
        <p:spPr/>
        <p:txBody>
          <a:bodyPr/>
          <a:p>
            <a:r>
              <a:rPr lang="zh-C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dk1"/>
                </a:solidFill>
                <a:uFillTx/>
                <a:latin typeface="Calibri Light"/>
              </a:rPr>
              <a:t>Click to edit Master title style</a:t>
            </a:r>
            <a:endParaRPr b="0" lang="en-US" sz="4400" strike="noStrike" u="none">
              <a:solidFill>
                <a:schemeClr val="dk1"/>
              </a:solidFill>
              <a:uFillTx/>
              <a:latin typeface="Calibri"/>
            </a:endParaRPr>
          </a:p>
        </p:txBody>
      </p:sp>
      <p:sp>
        <p:nvSpPr>
          <p:cNvPr id="1"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Font typeface="Arial"/>
              <a:buChar char="•"/>
            </a:pPr>
            <a:r>
              <a:rPr b="0" lang="en-US" sz="2800" strike="noStrike" u="none">
                <a:solidFill>
                  <a:schemeClr val="dk1"/>
                </a:solidFill>
                <a:uFillTx/>
                <a:latin typeface="Calibri"/>
              </a:rPr>
              <a:t>Click to edit Master text styles</a:t>
            </a:r>
            <a:endParaRPr b="0" lang="en-US" sz="2800" strike="noStrike" u="none">
              <a:solidFill>
                <a:schemeClr val="dk1"/>
              </a:solidFill>
              <a:uFillTx/>
              <a:latin typeface="Calibri"/>
            </a:endParaRPr>
          </a:p>
          <a:p>
            <a:pPr lvl="1" marL="685800" indent="-228600" defTabSz="914400">
              <a:lnSpc>
                <a:spcPct val="90000"/>
              </a:lnSpc>
              <a:spcBef>
                <a:spcPts val="499"/>
              </a:spcBef>
              <a:buFont typeface="Arial"/>
              <a:buChar char="•"/>
            </a:pPr>
            <a:r>
              <a:rPr b="0" lang="en-US" sz="2400" strike="noStrike" u="none">
                <a:solidFill>
                  <a:schemeClr val="dk1"/>
                </a:solidFill>
                <a:uFillTx/>
                <a:latin typeface="Calibri"/>
              </a:rPr>
              <a:t>Second level</a:t>
            </a:r>
            <a:endParaRPr b="0" lang="en-US" sz="2400" strike="noStrike" u="none">
              <a:solidFill>
                <a:schemeClr val="dk1"/>
              </a:solidFill>
              <a:uFillTx/>
              <a:latin typeface="Calibri"/>
            </a:endParaRPr>
          </a:p>
          <a:p>
            <a:pPr lvl="2" marL="1143000" indent="-228600" defTabSz="914400">
              <a:lnSpc>
                <a:spcPct val="90000"/>
              </a:lnSpc>
              <a:spcBef>
                <a:spcPts val="499"/>
              </a:spcBef>
              <a:buFont typeface="Arial"/>
              <a:buChar char="•"/>
            </a:pPr>
            <a:r>
              <a:rPr b="0" lang="en-US" sz="2000" strike="noStrike" u="none">
                <a:solidFill>
                  <a:schemeClr val="dk1"/>
                </a:solidFill>
                <a:uFillTx/>
                <a:latin typeface="Calibri"/>
              </a:rPr>
              <a:t>Third level</a:t>
            </a:r>
            <a:endParaRPr b="0" lang="en-US" sz="2000" strike="noStrike" u="none">
              <a:solidFill>
                <a:schemeClr val="dk1"/>
              </a:solidFill>
              <a:uFillTx/>
              <a:latin typeface="Calibri"/>
            </a:endParaRPr>
          </a:p>
          <a:p>
            <a:pPr lvl="3" marL="1600200" indent="-228600" defTabSz="914400">
              <a:lnSpc>
                <a:spcPct val="90000"/>
              </a:lnSpc>
              <a:spcBef>
                <a:spcPts val="499"/>
              </a:spcBef>
              <a:buFont typeface="Arial"/>
              <a:buChar char="•"/>
            </a:pPr>
            <a:r>
              <a:rPr b="0" lang="en-US" sz="1800" strike="noStrike" u="none">
                <a:solidFill>
                  <a:schemeClr val="dk1"/>
                </a:solidFill>
                <a:uFillTx/>
                <a:latin typeface="Calibri"/>
              </a:rPr>
              <a:t>Fourth level</a:t>
            </a:r>
            <a:endParaRPr b="0" lang="en-US" sz="1800" strike="noStrike" u="none">
              <a:solidFill>
                <a:schemeClr val="dk1"/>
              </a:solidFill>
              <a:uFillTx/>
              <a:latin typeface="Calibri"/>
            </a:endParaRPr>
          </a:p>
          <a:p>
            <a:pPr lvl="4" marL="2057400" indent="-228600" defTabSz="914400">
              <a:lnSpc>
                <a:spcPct val="90000"/>
              </a:lnSpc>
              <a:spcBef>
                <a:spcPts val="499"/>
              </a:spcBef>
              <a:buFont typeface="Arial"/>
              <a:buChar char="•"/>
            </a:pPr>
            <a:r>
              <a:rPr b="0" lang="en-US" sz="1800" strike="noStrike" u="none">
                <a:solidFill>
                  <a:schemeClr val="dk1"/>
                </a:solidFill>
                <a:uFillTx/>
                <a:latin typeface="Calibri"/>
              </a:rPr>
              <a:t>Fifth level</a:t>
            </a:r>
            <a:endParaRPr b="0" lang="en-US" sz="1800" strike="noStrike" u="none">
              <a:solidFill>
                <a:schemeClr val="dk1"/>
              </a:solidFill>
              <a:uFillTx/>
              <a:latin typeface="Calibri"/>
            </a:endParaRPr>
          </a:p>
        </p:txBody>
      </p:sp>
      <p:sp>
        <p:nvSpPr>
          <p:cNvPr id="2" name="PlaceHolder 3"/>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IN" sz="1200" strike="noStrike" u="none">
                <a:solidFill>
                  <a:schemeClr val="dk1">
                    <a:tint val="75000"/>
                  </a:schemeClr>
                </a:solidFill>
                <a:uFillTx/>
                <a:latin typeface="Calibri"/>
              </a:defRPr>
            </a:lvl1pPr>
          </a:lstStyle>
          <a:p>
            <a:pPr indent="0" defTabSz="914400">
              <a:lnSpc>
                <a:spcPct val="100000"/>
              </a:lnSpc>
              <a:buNone/>
            </a:pPr>
            <a:r>
              <a:rPr b="0" lang="en-IN" sz="1200" strike="noStrike" u="none">
                <a:solidFill>
                  <a:schemeClr val="dk1">
                    <a:tint val="75000"/>
                  </a:schemeClr>
                </a:solidFill>
                <a:uFillTx/>
                <a:latin typeface="Calibri"/>
              </a:rPr>
              <a:t>&lt;date/time&gt;</a:t>
            </a:r>
            <a:endParaRPr b="0" lang="en-US" sz="1200" strike="noStrike" u="none">
              <a:solidFill>
                <a:srgbClr val="000000"/>
              </a:solidFill>
              <a:uFillTx/>
              <a:latin typeface="Noto Sans CJK SC"/>
            </a:endParaRPr>
          </a:p>
        </p:txBody>
      </p:sp>
      <p:sp>
        <p:nvSpPr>
          <p:cNvPr id="3" name="PlaceHolder 4"/>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uFillTx/>
                <a:latin typeface="Noto Sans CJK SC"/>
              </a:defRPr>
            </a:lvl1pPr>
          </a:lstStyle>
          <a:p>
            <a:pPr indent="0" algn="ctr">
              <a:buNone/>
            </a:pPr>
            <a:r>
              <a:rPr b="0" lang="en-US" sz="1400" strike="noStrike" u="none">
                <a:solidFill>
                  <a:srgbClr val="000000"/>
                </a:solidFill>
                <a:uFillTx/>
                <a:latin typeface="Noto Sans CJK SC"/>
              </a:rPr>
              <a:t>&lt;footer&gt;</a:t>
            </a:r>
            <a:endParaRPr b="0" lang="en-US" sz="1400" strike="noStrike" u="none">
              <a:solidFill>
                <a:srgbClr val="000000"/>
              </a:solidFill>
              <a:uFillTx/>
              <a:latin typeface="Noto Sans CJK SC"/>
            </a:endParaRPr>
          </a:p>
        </p:txBody>
      </p:sp>
      <p:sp>
        <p:nvSpPr>
          <p:cNvPr id="4" name="PlaceHolder 5"/>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IN" sz="1200" strike="noStrike" u="none">
                <a:solidFill>
                  <a:schemeClr val="dk1">
                    <a:tint val="75000"/>
                  </a:schemeClr>
                </a:solidFill>
                <a:uFillTx/>
                <a:latin typeface="Calibri"/>
              </a:defRPr>
            </a:lvl1pPr>
          </a:lstStyle>
          <a:p>
            <a:pPr indent="0" algn="r" defTabSz="914400">
              <a:lnSpc>
                <a:spcPct val="100000"/>
              </a:lnSpc>
              <a:buNone/>
            </a:pPr>
            <a:fld id="{80DA9B2F-EEA0-4B91-944D-A112E100EC1D}" type="slidenum">
              <a:rPr b="0" lang="en-IN" sz="1200" strike="noStrike" u="none">
                <a:solidFill>
                  <a:schemeClr val="dk1">
                    <a:tint val="75000"/>
                  </a:schemeClr>
                </a:solidFill>
                <a:uFillTx/>
                <a:latin typeface="Calibri"/>
              </a:rPr>
              <a:t>&lt;number&gt;</a:t>
            </a:fld>
            <a:endParaRPr b="0" lang="en-US" sz="1200" strike="noStrike" u="none">
              <a:solidFill>
                <a:srgbClr val="000000"/>
              </a:solidFill>
              <a:uFillTx/>
              <a:latin typeface="Noto Sans CJK SC"/>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en-US" sz="6000" strike="noStrike" u="none">
                <a:solidFill>
                  <a:schemeClr val="dk1"/>
                </a:solidFill>
                <a:uFillTx/>
                <a:latin typeface="Calibri Light"/>
              </a:rPr>
              <a:t>Click to edit Master title style</a:t>
            </a:r>
            <a:endParaRPr b="0" lang="en-US" sz="6000" strike="noStrike" u="none">
              <a:solidFill>
                <a:schemeClr val="dk1"/>
              </a:solidFill>
              <a:uFillTx/>
              <a:latin typeface="Calibri"/>
            </a:endParaRPr>
          </a:p>
        </p:txBody>
      </p:sp>
      <p:sp>
        <p:nvSpPr>
          <p:cNvPr id="8" name="PlaceHolder 2"/>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IN" sz="1200" strike="noStrike" u="none">
                <a:solidFill>
                  <a:schemeClr val="dk1">
                    <a:tint val="75000"/>
                  </a:schemeClr>
                </a:solidFill>
                <a:uFillTx/>
                <a:latin typeface="Calibri"/>
              </a:defRPr>
            </a:lvl1pPr>
          </a:lstStyle>
          <a:p>
            <a:pPr indent="0" defTabSz="914400">
              <a:lnSpc>
                <a:spcPct val="100000"/>
              </a:lnSpc>
              <a:buNone/>
            </a:pPr>
            <a:r>
              <a:rPr b="0" lang="en-IN" sz="1200" strike="noStrike" u="none">
                <a:solidFill>
                  <a:schemeClr val="dk1">
                    <a:tint val="75000"/>
                  </a:schemeClr>
                </a:solidFill>
                <a:uFillTx/>
                <a:latin typeface="Calibri"/>
              </a:rPr>
              <a:t>&lt;date/time&gt;</a:t>
            </a:r>
            <a:endParaRPr b="0" lang="en-US" sz="1200" strike="noStrike" u="none">
              <a:solidFill>
                <a:srgbClr val="000000"/>
              </a:solidFill>
              <a:uFillTx/>
              <a:latin typeface="Noto Sans CJK SC"/>
            </a:endParaRPr>
          </a:p>
        </p:txBody>
      </p:sp>
      <p:sp>
        <p:nvSpPr>
          <p:cNvPr id="9" name="PlaceHolder 3"/>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uFillTx/>
                <a:latin typeface="Noto Sans CJK SC"/>
              </a:defRPr>
            </a:lvl1pPr>
          </a:lstStyle>
          <a:p>
            <a:pPr indent="0" algn="ctr">
              <a:buNone/>
            </a:pPr>
            <a:r>
              <a:rPr b="0" lang="en-US" sz="1400" strike="noStrike" u="none">
                <a:solidFill>
                  <a:srgbClr val="000000"/>
                </a:solidFill>
                <a:uFillTx/>
                <a:latin typeface="Noto Sans CJK SC"/>
              </a:rPr>
              <a:t>&lt;footer&gt;</a:t>
            </a:r>
            <a:endParaRPr b="0" lang="en-US" sz="1400" strike="noStrike" u="none">
              <a:solidFill>
                <a:srgbClr val="000000"/>
              </a:solidFill>
              <a:uFillTx/>
              <a:latin typeface="Noto Sans CJK SC"/>
            </a:endParaRPr>
          </a:p>
        </p:txBody>
      </p:sp>
      <p:sp>
        <p:nvSpPr>
          <p:cNvPr id="10" name="PlaceHolder 4"/>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IN" sz="1200" strike="noStrike" u="none">
                <a:solidFill>
                  <a:schemeClr val="dk1">
                    <a:tint val="75000"/>
                  </a:schemeClr>
                </a:solidFill>
                <a:uFillTx/>
                <a:latin typeface="Calibri"/>
              </a:defRPr>
            </a:lvl1pPr>
          </a:lstStyle>
          <a:p>
            <a:pPr indent="0" algn="r" defTabSz="914400">
              <a:lnSpc>
                <a:spcPct val="100000"/>
              </a:lnSpc>
              <a:buNone/>
            </a:pPr>
            <a:fld id="{36D4E78D-B858-4785-8D5A-893F4D67A1C8}" type="slidenum">
              <a:rPr b="0" lang="en-IN" sz="1200" strike="noStrike" u="none">
                <a:solidFill>
                  <a:schemeClr val="dk1">
                    <a:tint val="75000"/>
                  </a:schemeClr>
                </a:solidFill>
                <a:uFillTx/>
                <a:latin typeface="Calibri"/>
              </a:rPr>
              <a:t>&lt;number&gt;</a:t>
            </a:fld>
            <a:endParaRPr b="0" lang="en-US" sz="1200" strike="noStrike" u="none">
              <a:solidFill>
                <a:srgbClr val="000000"/>
              </a:solidFill>
              <a:uFillTx/>
              <a:latin typeface="Noto Sans CJK SC"/>
            </a:endParaRPr>
          </a:p>
        </p:txBody>
      </p:sp>
      <p:sp>
        <p:nvSpPr>
          <p:cNvPr id="11"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SzPct val="45000"/>
              <a:buFont typeface="Wingdings" charset="2"/>
              <a:buChar char=""/>
            </a:pPr>
            <a:r>
              <a:rPr b="0" lang="en-US" sz="2800" strike="noStrike" u="none">
                <a:solidFill>
                  <a:schemeClr val="dk1"/>
                </a:solidFill>
                <a:uFillTx/>
                <a:latin typeface="Calibri"/>
              </a:rPr>
              <a:t>Double-tap to edit the outline text format</a:t>
            </a:r>
            <a:endParaRPr b="0" lang="en-US" sz="2800" strike="noStrike" u="none">
              <a:solidFill>
                <a:schemeClr val="dk1"/>
              </a:solidFill>
              <a:uFillTx/>
              <a:latin typeface="Calibri"/>
            </a:endParaRPr>
          </a:p>
          <a:p>
            <a:pPr lvl="1" marL="864000" indent="-324000">
              <a:lnSpc>
                <a:spcPct val="90000"/>
              </a:lnSpc>
              <a:spcBef>
                <a:spcPts val="1134"/>
              </a:spcBef>
              <a:buSzPct val="75000"/>
              <a:buFont typeface="Symbol" charset="2"/>
              <a:buChar char=""/>
            </a:pPr>
            <a:r>
              <a:rPr b="0" lang="en-US" sz="2000" strike="noStrike" u="none">
                <a:solidFill>
                  <a:schemeClr val="dk1"/>
                </a:solidFill>
                <a:uFillTx/>
                <a:latin typeface="Calibri"/>
              </a:rPr>
              <a:t>Second Outline Level</a:t>
            </a:r>
            <a:endParaRPr b="0" lang="en-US" sz="2000" strike="noStrike" u="none">
              <a:solidFill>
                <a:schemeClr val="dk1"/>
              </a:solidFill>
              <a:uFillTx/>
              <a:latin typeface="Calibri"/>
            </a:endParaRPr>
          </a:p>
          <a:p>
            <a:pPr lvl="2" marL="1296000" indent="-288000">
              <a:lnSpc>
                <a:spcPct val="90000"/>
              </a:lnSpc>
              <a:spcBef>
                <a:spcPts val="850"/>
              </a:spcBef>
              <a:buSzPct val="45000"/>
              <a:buFont typeface="Wingdings" charset="2"/>
              <a:buChar char=""/>
            </a:pPr>
            <a:r>
              <a:rPr b="0" lang="en-US" sz="1800" strike="noStrike" u="none">
                <a:solidFill>
                  <a:schemeClr val="dk1"/>
                </a:solidFill>
                <a:uFillTx/>
                <a:latin typeface="Calibri"/>
              </a:rPr>
              <a:t>Third Outline Level</a:t>
            </a:r>
            <a:endParaRPr b="0" lang="en-US" sz="1800" strike="noStrike" u="none">
              <a:solidFill>
                <a:schemeClr val="dk1"/>
              </a:solidFill>
              <a:uFillTx/>
              <a:latin typeface="Calibri"/>
            </a:endParaRPr>
          </a:p>
          <a:p>
            <a:pPr lvl="3" marL="1728000" indent="-216000">
              <a:lnSpc>
                <a:spcPct val="90000"/>
              </a:lnSpc>
              <a:spcBef>
                <a:spcPts val="567"/>
              </a:spcBef>
              <a:buSzPct val="75000"/>
              <a:buFont typeface="Symbol" charset="2"/>
              <a:buChar char=""/>
            </a:pPr>
            <a:r>
              <a:rPr b="0" lang="en-US" sz="1800" strike="noStrike" u="none">
                <a:solidFill>
                  <a:schemeClr val="dk1"/>
                </a:solidFill>
                <a:uFillTx/>
                <a:latin typeface="Calibri"/>
              </a:rPr>
              <a:t>Fourth Outline Level</a:t>
            </a:r>
            <a:endParaRPr b="0" lang="en-US" sz="1800" strike="noStrike" u="none">
              <a:solidFill>
                <a:schemeClr val="dk1"/>
              </a:solidFill>
              <a:uFillTx/>
              <a:latin typeface="Calibri"/>
            </a:endParaRPr>
          </a:p>
          <a:p>
            <a:pPr lvl="4" marL="2160000" indent="-216000">
              <a:lnSpc>
                <a:spcPct val="90000"/>
              </a:lnSpc>
              <a:spcBef>
                <a:spcPts val="283"/>
              </a:spcBef>
              <a:buSzPct val="45000"/>
              <a:buFont typeface="Wingdings" charset="2"/>
              <a:buChar char=""/>
            </a:pPr>
            <a:r>
              <a:rPr b="0" lang="en-US" sz="2000" strike="noStrike" u="none">
                <a:solidFill>
                  <a:schemeClr val="dk1"/>
                </a:solidFill>
                <a:uFillTx/>
                <a:latin typeface="Calibri"/>
              </a:rPr>
              <a:t>Fifth Outline Level</a:t>
            </a:r>
            <a:endParaRPr b="0" lang="en-US" sz="2000" strike="noStrike" u="none">
              <a:solidFill>
                <a:schemeClr val="dk1"/>
              </a:solidFill>
              <a:uFillTx/>
              <a:latin typeface="Calibri"/>
            </a:endParaRPr>
          </a:p>
          <a:p>
            <a:pPr lvl="5" marL="2592000" indent="-216000">
              <a:lnSpc>
                <a:spcPct val="90000"/>
              </a:lnSpc>
              <a:spcBef>
                <a:spcPts val="283"/>
              </a:spcBef>
              <a:buSzPct val="45000"/>
              <a:buFont typeface="Wingdings" charset="2"/>
              <a:buChar char=""/>
            </a:pPr>
            <a:r>
              <a:rPr b="0" lang="en-US" sz="2000" strike="noStrike" u="none">
                <a:solidFill>
                  <a:schemeClr val="dk1"/>
                </a:solidFill>
                <a:uFillTx/>
                <a:latin typeface="Calibri"/>
              </a:rPr>
              <a:t>Sixth Outline Level</a:t>
            </a:r>
            <a:endParaRPr b="0" lang="en-US" sz="2000" strike="noStrike" u="none">
              <a:solidFill>
                <a:schemeClr val="dk1"/>
              </a:solidFill>
              <a:uFillTx/>
              <a:latin typeface="Calibri"/>
            </a:endParaRPr>
          </a:p>
          <a:p>
            <a:pPr lvl="6" marL="3024000" indent="-216000">
              <a:lnSpc>
                <a:spcPct val="90000"/>
              </a:lnSpc>
              <a:spcBef>
                <a:spcPts val="283"/>
              </a:spcBef>
              <a:buSzPct val="45000"/>
              <a:buFont typeface="Wingdings" charset="2"/>
              <a:buChar char=""/>
            </a:pPr>
            <a:r>
              <a:rPr b="0" lang="en-US" sz="2000" strike="noStrike" u="none">
                <a:solidFill>
                  <a:schemeClr val="dk1"/>
                </a:solidFill>
                <a:uFillTx/>
                <a:latin typeface="Calibri"/>
              </a:rPr>
              <a:t>Seventh Outline Level</a:t>
            </a:r>
            <a:endParaRPr b="0" lang="en-US" sz="2000" strike="noStrike" u="none">
              <a:solidFill>
                <a:schemeClr val="dk1"/>
              </a:solidFill>
              <a:uFillTx/>
              <a:latin typeface="Calibri"/>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hyperlink" Target="https://www.geeksforgeeks.org/" TargetMode="External"/><Relationship Id="rId4" Type="http://schemas.openxmlformats.org/officeDocument/2006/relationships/hyperlink" Target="https://www.geeksforgeeks.org/" TargetMode="External"/><Relationship Id="rId5"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Rectangle 3"/>
          <p:cNvSpPr/>
          <p:nvPr/>
        </p:nvSpPr>
        <p:spPr>
          <a:xfrm>
            <a:off x="479520" y="2421000"/>
            <a:ext cx="11232720" cy="3816000"/>
          </a:xfrm>
          <a:prstGeom prst="rect">
            <a:avLst/>
          </a:prstGeom>
          <a:noFill/>
          <a:ln w="0">
            <a:noFill/>
          </a:ln>
        </p:spPr>
        <p:style>
          <a:lnRef idx="0"/>
          <a:fillRef idx="0"/>
          <a:effectRef idx="0"/>
          <a:fontRef idx="minor"/>
        </p:style>
        <p:txBody>
          <a:bodyPr anchor="t">
            <a:normAutofit/>
          </a:bodyPr>
          <a:p>
            <a:pPr algn="ctr" defTabSz="914400">
              <a:lnSpc>
                <a:spcPct val="150000"/>
              </a:lnSpc>
              <a:spcBef>
                <a:spcPts val="1001"/>
              </a:spcBef>
              <a:tabLst>
                <a:tab algn="l" pos="0"/>
              </a:tabLst>
            </a:pPr>
            <a:r>
              <a:rPr b="1" lang="en-IN" sz="2800" strike="noStrike" u="none">
                <a:solidFill>
                  <a:srgbClr val="ff0000"/>
                </a:solidFill>
                <a:uFillTx/>
                <a:latin typeface="Calibri"/>
                <a:ea typeface="新細明體"/>
              </a:rPr>
              <a:t>FINDIND PALINDROMES, LONGEST PALINDROME AND PATTERN FINDING</a:t>
            </a:r>
            <a:endParaRPr b="0" lang="en-US" sz="2800" strike="noStrike" u="none">
              <a:solidFill>
                <a:srgbClr val="000000"/>
              </a:solidFill>
              <a:uFillTx/>
              <a:latin typeface="Noto Sans CJK SC"/>
            </a:endParaRPr>
          </a:p>
          <a:p>
            <a:pPr algn="just" defTabSz="914400">
              <a:lnSpc>
                <a:spcPct val="100000"/>
              </a:lnSpc>
              <a:spcBef>
                <a:spcPts val="1001"/>
              </a:spcBef>
              <a:tabLst>
                <a:tab algn="l" pos="0"/>
              </a:tabLst>
            </a:pPr>
            <a:r>
              <a:rPr b="1" lang="en-IN" sz="2400" strike="noStrike" u="none">
                <a:solidFill>
                  <a:srgbClr val="0070c0"/>
                </a:solidFill>
                <a:uFillTx/>
                <a:latin typeface="Calibri"/>
                <a:ea typeface="新細明體"/>
              </a:rPr>
              <a:t>Presented by</a:t>
            </a:r>
            <a:r>
              <a:rPr b="1" lang="en-IN" sz="2400" strike="noStrike" u="none">
                <a:solidFill>
                  <a:srgbClr val="0070c0"/>
                </a:solidFill>
                <a:uFillTx/>
                <a:latin typeface="Calibri"/>
                <a:ea typeface="新細明體"/>
              </a:rPr>
              <a:t>	</a:t>
            </a:r>
            <a:r>
              <a:rPr b="1" lang="en-IN" sz="2400" strike="noStrike" u="none">
                <a:solidFill>
                  <a:srgbClr val="0070c0"/>
                </a:solidFill>
                <a:uFillTx/>
                <a:latin typeface="Calibri"/>
                <a:ea typeface="新細明體"/>
              </a:rPr>
              <a:t>	</a:t>
            </a:r>
            <a:r>
              <a:rPr b="1" lang="en-IN" sz="2400" strike="noStrike" u="none">
                <a:solidFill>
                  <a:srgbClr val="0070c0"/>
                </a:solidFill>
                <a:uFillTx/>
                <a:latin typeface="Calibri"/>
                <a:ea typeface="新細明體"/>
              </a:rPr>
              <a:t>: </a:t>
            </a:r>
            <a:r>
              <a:rPr b="1" lang="en-IN" sz="2400" strike="noStrike" u="none">
                <a:solidFill>
                  <a:schemeClr val="dk1"/>
                </a:solidFill>
                <a:uFillTx/>
                <a:latin typeface="Calibri"/>
                <a:ea typeface="新細明體"/>
              </a:rPr>
              <a:t>V Deelip Sai Ram, G Rohith Reddy, M Tejaswini Naga Pavani</a:t>
            </a:r>
            <a:endParaRPr b="0" lang="en-US" sz="2400" strike="noStrike" u="none">
              <a:solidFill>
                <a:srgbClr val="000000"/>
              </a:solidFill>
              <a:uFillTx/>
              <a:latin typeface="Noto Sans CJK SC"/>
            </a:endParaRPr>
          </a:p>
          <a:p>
            <a:pPr algn="just" defTabSz="914400">
              <a:lnSpc>
                <a:spcPct val="100000"/>
              </a:lnSpc>
              <a:spcBef>
                <a:spcPts val="1001"/>
              </a:spcBef>
              <a:tabLst>
                <a:tab algn="l" pos="0"/>
              </a:tabLst>
            </a:pPr>
            <a:r>
              <a:rPr b="1" lang="en-IN" sz="2400" strike="noStrike" u="none">
                <a:solidFill>
                  <a:srgbClr val="0070c0"/>
                </a:solidFill>
                <a:uFillTx/>
                <a:latin typeface="Calibri"/>
                <a:ea typeface="新細明體"/>
              </a:rPr>
              <a:t>Academic Year</a:t>
            </a:r>
            <a:r>
              <a:rPr b="1" lang="en-IN" sz="2400" strike="noStrike" u="none">
                <a:solidFill>
                  <a:srgbClr val="0070c0"/>
                </a:solidFill>
                <a:uFillTx/>
                <a:latin typeface="Calibri"/>
                <a:ea typeface="新細明體"/>
              </a:rPr>
              <a:t>	</a:t>
            </a:r>
            <a:r>
              <a:rPr b="1" lang="en-IN" sz="2400" strike="noStrike" u="none">
                <a:solidFill>
                  <a:srgbClr val="0070c0"/>
                </a:solidFill>
                <a:uFillTx/>
                <a:latin typeface="Calibri"/>
                <a:ea typeface="新細明體"/>
              </a:rPr>
              <a:t>: </a:t>
            </a:r>
            <a:r>
              <a:rPr b="1" lang="en-IN" sz="2400" strike="noStrike" u="none">
                <a:solidFill>
                  <a:schemeClr val="dk1"/>
                </a:solidFill>
                <a:uFillTx/>
                <a:latin typeface="Calibri"/>
                <a:ea typeface="新細明體"/>
              </a:rPr>
              <a:t>2025-26</a:t>
            </a:r>
            <a:endParaRPr b="0" lang="en-US" sz="2400" strike="noStrike" u="none">
              <a:solidFill>
                <a:srgbClr val="000000"/>
              </a:solidFill>
              <a:uFillTx/>
              <a:latin typeface="Noto Sans CJK SC"/>
            </a:endParaRPr>
          </a:p>
          <a:p>
            <a:pPr algn="just" defTabSz="914400">
              <a:lnSpc>
                <a:spcPct val="100000"/>
              </a:lnSpc>
              <a:spcBef>
                <a:spcPts val="1001"/>
              </a:spcBef>
              <a:tabLst>
                <a:tab algn="l" pos="0"/>
              </a:tabLst>
            </a:pPr>
            <a:r>
              <a:rPr b="1" lang="en-IN" sz="2400" strike="noStrike" u="none">
                <a:solidFill>
                  <a:srgbClr val="0070c0"/>
                </a:solidFill>
                <a:uFillTx/>
                <a:latin typeface="Calibri"/>
                <a:ea typeface="新細明體"/>
              </a:rPr>
              <a:t>Project Guide</a:t>
            </a:r>
            <a:r>
              <a:rPr b="1" lang="en-IN" sz="2400" strike="noStrike" u="none">
                <a:solidFill>
                  <a:srgbClr val="0070c0"/>
                </a:solidFill>
                <a:uFillTx/>
                <a:latin typeface="Calibri"/>
                <a:ea typeface="新細明體"/>
              </a:rPr>
              <a:t>	</a:t>
            </a:r>
            <a:r>
              <a:rPr b="1" lang="en-IN" sz="2400" strike="noStrike" u="none">
                <a:solidFill>
                  <a:srgbClr val="0070c0"/>
                </a:solidFill>
                <a:uFillTx/>
                <a:latin typeface="Calibri"/>
                <a:ea typeface="新細明體"/>
              </a:rPr>
              <a:t>	</a:t>
            </a:r>
            <a:r>
              <a:rPr b="1" lang="en-IN" sz="2400" strike="noStrike" u="none">
                <a:solidFill>
                  <a:srgbClr val="0070c0"/>
                </a:solidFill>
                <a:uFillTx/>
                <a:latin typeface="Calibri"/>
                <a:ea typeface="新細明體"/>
              </a:rPr>
              <a:t>: </a:t>
            </a:r>
            <a:r>
              <a:rPr b="1" lang="en-IN" sz="2400" strike="noStrike" u="none">
                <a:solidFill>
                  <a:schemeClr val="dk1"/>
                </a:solidFill>
                <a:uFillTx/>
                <a:latin typeface="Calibri"/>
                <a:ea typeface="新細明體"/>
              </a:rPr>
              <a:t>Dr.Y.Praveen Kumar Reddy</a:t>
            </a:r>
            <a:endParaRPr b="0" lang="en-US" sz="2400" strike="noStrike" u="none">
              <a:solidFill>
                <a:srgbClr val="000000"/>
              </a:solidFill>
              <a:uFillTx/>
              <a:latin typeface="Noto Sans CJK SC"/>
            </a:endParaRPr>
          </a:p>
          <a:p>
            <a:pPr algn="just" defTabSz="914400">
              <a:lnSpc>
                <a:spcPct val="100000"/>
              </a:lnSpc>
              <a:spcBef>
                <a:spcPts val="1001"/>
              </a:spcBef>
              <a:tabLst>
                <a:tab algn="l" pos="0"/>
              </a:tabLst>
            </a:pPr>
            <a:r>
              <a:rPr b="1" lang="en-IN" sz="2400" strike="noStrike" u="none">
                <a:solidFill>
                  <a:srgbClr val="0070c0"/>
                </a:solidFill>
                <a:uFillTx/>
                <a:latin typeface="Calibri"/>
                <a:ea typeface="新細明體"/>
              </a:rPr>
              <a:t>Date</a:t>
            </a:r>
            <a:r>
              <a:rPr b="1" lang="en-IN" sz="2400" strike="noStrike" u="none">
                <a:solidFill>
                  <a:srgbClr val="0070c0"/>
                </a:solidFill>
                <a:uFillTx/>
                <a:latin typeface="Calibri"/>
                <a:ea typeface="新細明體"/>
              </a:rPr>
              <a:t>	</a:t>
            </a:r>
            <a:r>
              <a:rPr b="1" lang="en-IN" sz="2400" strike="noStrike" u="none">
                <a:solidFill>
                  <a:srgbClr val="0070c0"/>
                </a:solidFill>
                <a:uFillTx/>
                <a:latin typeface="Calibri"/>
                <a:ea typeface="新細明體"/>
              </a:rPr>
              <a:t>	</a:t>
            </a:r>
            <a:r>
              <a:rPr b="1" lang="en-IN" sz="2400" strike="noStrike" u="none">
                <a:solidFill>
                  <a:srgbClr val="0070c0"/>
                </a:solidFill>
                <a:uFillTx/>
                <a:latin typeface="Calibri"/>
                <a:ea typeface="新細明體"/>
              </a:rPr>
              <a:t>	</a:t>
            </a:r>
            <a:r>
              <a:rPr b="1" lang="en-IN" sz="2400" strike="noStrike" u="none">
                <a:solidFill>
                  <a:srgbClr val="0070c0"/>
                </a:solidFill>
                <a:uFillTx/>
                <a:latin typeface="Calibri"/>
                <a:ea typeface="新細明體"/>
              </a:rPr>
              <a:t>:</a:t>
            </a:r>
            <a:r>
              <a:rPr b="1" lang="en-IN" sz="2400" strike="noStrike" u="none">
                <a:solidFill>
                  <a:schemeClr val="dk1"/>
                </a:solidFill>
                <a:uFillTx/>
                <a:latin typeface="Calibri"/>
                <a:ea typeface="新細明體"/>
              </a:rPr>
              <a:t> 13/05/2026</a:t>
            </a:r>
            <a:r>
              <a:rPr b="1" lang="en-IN" sz="2400" strike="noStrike" u="none">
                <a:solidFill>
                  <a:srgbClr val="0070c0"/>
                </a:solidFill>
                <a:uFillTx/>
                <a:latin typeface="Calibri"/>
                <a:ea typeface="新細明體"/>
              </a:rPr>
              <a:t>	</a:t>
            </a:r>
            <a:r>
              <a:rPr b="1" lang="en-IN" sz="2400" strike="noStrike" u="none">
                <a:solidFill>
                  <a:srgbClr val="0070c0"/>
                </a:solidFill>
                <a:uFillTx/>
                <a:latin typeface="Calibri"/>
                <a:ea typeface="新細明體"/>
              </a:rPr>
              <a:t>	</a:t>
            </a:r>
            <a:endParaRPr b="0" lang="en-US" sz="2400" strike="noStrike" u="none">
              <a:solidFill>
                <a:srgbClr val="000000"/>
              </a:solidFill>
              <a:uFillTx/>
              <a:latin typeface="Noto Sans CJK SC"/>
            </a:endParaRPr>
          </a:p>
        </p:txBody>
      </p:sp>
      <p:cxnSp>
        <p:nvCxnSpPr>
          <p:cNvPr id="15" name="Straight Connector 4"/>
          <p:cNvCxnSpPr/>
          <p:nvPr/>
        </p:nvCxnSpPr>
        <p:spPr>
          <a:xfrm>
            <a:off x="479160" y="3174120"/>
            <a:ext cx="11232360" cy="360"/>
          </a:xfrm>
          <a:prstGeom prst="straightConnector1">
            <a:avLst/>
          </a:prstGeom>
          <a:ln w="38100">
            <a:solidFill>
              <a:srgbClr val="ffc000">
                <a:lumMod val="75000"/>
              </a:srgbClr>
            </a:solidFill>
          </a:ln>
        </p:spPr>
      </p:cxnSp>
      <p:pic>
        <p:nvPicPr>
          <p:cNvPr id="16" name="Picture 5" descr="A close-up of a logo&#10;&#10;Description automatically generated"/>
          <p:cNvPicPr/>
          <p:nvPr/>
        </p:nvPicPr>
        <p:blipFill>
          <a:blip r:embed="rId1"/>
          <a:stretch/>
        </p:blipFill>
        <p:spPr>
          <a:xfrm>
            <a:off x="0" y="-52560"/>
            <a:ext cx="12191760" cy="193680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 name="Rectangle 4"/>
          <p:cNvSpPr/>
          <p:nvPr/>
        </p:nvSpPr>
        <p:spPr>
          <a:xfrm>
            <a:off x="-11160" y="-27360"/>
            <a:ext cx="12216240" cy="460440"/>
          </a:xfrm>
          <a:prstGeom prst="rect">
            <a:avLst/>
          </a:prstGeom>
          <a:solidFill>
            <a:srgbClr val="ffc00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endParaRPr b="0" lang="en-GB" sz="3600" strike="noStrike" u="none">
              <a:solidFill>
                <a:srgbClr val="002060"/>
              </a:solidFill>
              <a:uFillTx/>
              <a:latin typeface="Berlin Sans FB Demi"/>
            </a:endParaRPr>
          </a:p>
        </p:txBody>
      </p:sp>
      <p:pic>
        <p:nvPicPr>
          <p:cNvPr id="18" name="Picture 8" descr=""/>
          <p:cNvPicPr/>
          <p:nvPr/>
        </p:nvPicPr>
        <p:blipFill>
          <a:blip r:embed="rId1"/>
          <a:stretch/>
        </p:blipFill>
        <p:spPr>
          <a:xfrm>
            <a:off x="11811960" y="6525360"/>
            <a:ext cx="407160" cy="332280"/>
          </a:xfrm>
          <a:prstGeom prst="rect">
            <a:avLst/>
          </a:prstGeom>
          <a:noFill/>
          <a:ln w="0">
            <a:noFill/>
          </a:ln>
        </p:spPr>
      </p:pic>
      <p:sp>
        <p:nvSpPr>
          <p:cNvPr id="19" name="PlaceHolder 1"/>
          <p:cNvSpPr>
            <a:spLocks noGrp="1"/>
          </p:cNvSpPr>
          <p:nvPr>
            <p:ph type="title"/>
          </p:nvPr>
        </p:nvSpPr>
        <p:spPr>
          <a:xfrm>
            <a:off x="-11160" y="0"/>
            <a:ext cx="12216240" cy="433080"/>
          </a:xfrm>
          <a:prstGeom prst="rect">
            <a:avLst/>
          </a:prstGeom>
          <a:noFill/>
          <a:ln w="0">
            <a:noFill/>
          </a:ln>
        </p:spPr>
        <p:txBody>
          <a:bodyPr lIns="91440" rIns="91440" tIns="45720" bIns="45720" anchor="ctr">
            <a:noAutofit/>
          </a:bodyPr>
          <a:p>
            <a:pPr indent="0" algn="ctr" defTabSz="914400">
              <a:lnSpc>
                <a:spcPct val="90000"/>
              </a:lnSpc>
              <a:buNone/>
            </a:pPr>
            <a:r>
              <a:rPr b="1" lang="en-IN" sz="3200" strike="noStrike" u="none">
                <a:solidFill>
                  <a:srgbClr val="002060"/>
                </a:solidFill>
                <a:uFillTx/>
                <a:latin typeface="Arial Rounded MT Bold"/>
              </a:rPr>
              <a:t>Abstract</a:t>
            </a:r>
            <a:endParaRPr b="0" lang="en-US" sz="3200" strike="noStrike" u="none">
              <a:solidFill>
                <a:schemeClr val="dk1"/>
              </a:solidFill>
              <a:uFillTx/>
              <a:latin typeface="Calibri"/>
            </a:endParaRPr>
          </a:p>
        </p:txBody>
      </p:sp>
      <p:sp>
        <p:nvSpPr>
          <p:cNvPr id="20" name="Title 1"/>
          <p:cNvSpPr/>
          <p:nvPr/>
        </p:nvSpPr>
        <p:spPr>
          <a:xfrm>
            <a:off x="-11160" y="6525360"/>
            <a:ext cx="11809080" cy="330120"/>
          </a:xfrm>
          <a:prstGeom prst="rect">
            <a:avLst/>
          </a:prstGeom>
          <a:noFill/>
          <a:ln w="0">
            <a:noFill/>
          </a:ln>
        </p:spPr>
        <p:style>
          <a:lnRef idx="0"/>
          <a:fillRef idx="0"/>
          <a:effectRef idx="0"/>
          <a:fontRef idx="minor"/>
        </p:style>
        <p:txBody>
          <a:bodyPr anchor="b">
            <a:noAutofit/>
          </a:bodyPr>
          <a:p>
            <a:pPr algn="ctr" defTabSz="914400">
              <a:lnSpc>
                <a:spcPct val="90000"/>
              </a:lnSpc>
            </a:pPr>
            <a:endParaRPr b="0" lang="en-IN" sz="3600" strike="noStrike" u="none">
              <a:solidFill>
                <a:schemeClr val="dk1"/>
              </a:solidFill>
              <a:uFillTx/>
              <a:latin typeface="Calibri Light"/>
            </a:endParaRPr>
          </a:p>
        </p:txBody>
      </p:sp>
      <p:pic>
        <p:nvPicPr>
          <p:cNvPr id="21" name="Picture 9" descr=""/>
          <p:cNvPicPr/>
          <p:nvPr/>
        </p:nvPicPr>
        <p:blipFill>
          <a:blip r:embed="rId2"/>
          <a:stretch/>
        </p:blipFill>
        <p:spPr>
          <a:xfrm>
            <a:off x="3412800" y="1206000"/>
            <a:ext cx="3906720" cy="4940640"/>
          </a:xfrm>
          <a:prstGeom prst="rect">
            <a:avLst/>
          </a:prstGeom>
          <a:noFill/>
          <a:ln w="0">
            <a:noFill/>
          </a:ln>
          <a:scene3d>
            <a:camera prst="orthographicFront">
              <a:rot lat="0" lon="0" rev="0"/>
            </a:camera>
            <a:lightRig dir="t" rig="chilly">
              <a:rot lat="0" lon="0" rev="18480000"/>
            </a:lightRig>
          </a:scene3d>
          <a:sp3d prstMaterial="clear">
            <a:bevelT h="63500"/>
          </a:sp3d>
        </p:spPr>
      </p:pic>
      <p:sp>
        <p:nvSpPr>
          <p:cNvPr id="22" name="Rectangle 14"/>
          <p:cNvSpPr/>
          <p:nvPr/>
        </p:nvSpPr>
        <p:spPr>
          <a:xfrm>
            <a:off x="0" y="6527520"/>
            <a:ext cx="11809080" cy="330120"/>
          </a:xfrm>
          <a:prstGeom prst="rect">
            <a:avLst/>
          </a:prstGeom>
          <a:solidFill>
            <a:srgbClr val="00206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lt1"/>
                </a:solidFill>
                <a:uFillTx/>
                <a:latin typeface="Bahnschrift"/>
                <a:ea typeface="新細明體"/>
              </a:rPr>
              <a:t>2</a:t>
            </a:r>
            <a:endParaRPr b="0" lang="en-US" sz="1400" strike="noStrike" u="none">
              <a:solidFill>
                <a:srgbClr val="ffffff"/>
              </a:solidFill>
              <a:uFillTx/>
              <a:latin typeface="Noto Sans CJK SC"/>
            </a:endParaRPr>
          </a:p>
        </p:txBody>
      </p:sp>
      <p:sp>
        <p:nvSpPr>
          <p:cNvPr id="23" name="TextBox 1"/>
          <p:cNvSpPr/>
          <p:nvPr/>
        </p:nvSpPr>
        <p:spPr>
          <a:xfrm>
            <a:off x="454320" y="636480"/>
            <a:ext cx="11587680" cy="461160"/>
          </a:xfrm>
          <a:prstGeom prst="rect">
            <a:avLst/>
          </a:prstGeom>
          <a:noFill/>
          <a:ln w="0">
            <a:noFill/>
          </a:ln>
        </p:spPr>
        <p:style>
          <a:lnRef idx="0"/>
          <a:fillRef idx="0"/>
          <a:effectRef idx="0"/>
          <a:fontRef idx="minor"/>
        </p:style>
        <p:txBody>
          <a:bodyPr lIns="90000" rIns="90000" tIns="45000" bIns="45000" anchor="t">
            <a:spAutoFit/>
          </a:bodyPr>
          <a:p>
            <a:pPr marL="343080" indent="-343080" algn="just" defTabSz="914400">
              <a:lnSpc>
                <a:spcPct val="100000"/>
              </a:lnSpc>
              <a:spcAft>
                <a:spcPts val="601"/>
              </a:spcAft>
              <a:tabLst>
                <a:tab algn="l" pos="0"/>
              </a:tabLst>
            </a:pPr>
            <a:endParaRPr b="0" lang="en-US" sz="2400" strike="noStrike" u="none">
              <a:solidFill>
                <a:schemeClr val="dk1"/>
              </a:solidFill>
              <a:uFillTx/>
              <a:latin typeface="Calibri"/>
            </a:endParaRPr>
          </a:p>
        </p:txBody>
      </p:sp>
      <p:sp>
        <p:nvSpPr>
          <p:cNvPr id="24" name="TextBox 2"/>
          <p:cNvSpPr/>
          <p:nvPr/>
        </p:nvSpPr>
        <p:spPr>
          <a:xfrm>
            <a:off x="606960" y="789120"/>
            <a:ext cx="11587680" cy="461160"/>
          </a:xfrm>
          <a:prstGeom prst="rect">
            <a:avLst/>
          </a:prstGeom>
          <a:noFill/>
          <a:ln w="0">
            <a:noFill/>
          </a:ln>
        </p:spPr>
        <p:style>
          <a:lnRef idx="0"/>
          <a:fillRef idx="0"/>
          <a:effectRef idx="0"/>
          <a:fontRef idx="minor"/>
        </p:style>
        <p:txBody>
          <a:bodyPr lIns="90000" rIns="90000" tIns="45000" bIns="45000" anchor="t">
            <a:spAutoFit/>
          </a:bodyPr>
          <a:p>
            <a:pPr marL="343080" indent="-343080" algn="just" defTabSz="914400">
              <a:lnSpc>
                <a:spcPct val="100000"/>
              </a:lnSpc>
              <a:spcAft>
                <a:spcPts val="601"/>
              </a:spcAft>
              <a:tabLst>
                <a:tab algn="l" pos="0"/>
              </a:tabLst>
            </a:pPr>
            <a:endParaRPr b="0" lang="en-US" sz="2400" strike="noStrike" u="none">
              <a:solidFill>
                <a:schemeClr val="dk1"/>
              </a:solidFill>
              <a:uFillTx/>
              <a:latin typeface="Calibri"/>
            </a:endParaRPr>
          </a:p>
        </p:txBody>
      </p:sp>
      <p:sp>
        <p:nvSpPr>
          <p:cNvPr id="25" name="TextBox 3"/>
          <p:cNvSpPr/>
          <p:nvPr/>
        </p:nvSpPr>
        <p:spPr>
          <a:xfrm>
            <a:off x="1066680" y="541080"/>
            <a:ext cx="9997200" cy="5667480"/>
          </a:xfrm>
          <a:prstGeom prst="rect">
            <a:avLst/>
          </a:prstGeom>
          <a:noFill/>
          <a:ln w="0">
            <a:noFill/>
          </a:ln>
        </p:spPr>
        <p:style>
          <a:lnRef idx="0"/>
          <a:fillRef idx="0"/>
          <a:effectRef idx="0"/>
          <a:fontRef idx="minor"/>
        </p:style>
        <p:txBody>
          <a:bodyPr lIns="90000" rIns="90000" tIns="45000" bIns="45000" anchor="t">
            <a:spAutoFit/>
          </a:bodyPr>
          <a:p>
            <a:pPr marL="285840" indent="-285840" algn="just" defTabSz="914400">
              <a:lnSpc>
                <a:spcPct val="100000"/>
              </a:lnSpc>
              <a:buFont typeface="Wingdings" charset="2"/>
              <a:buChar char=""/>
            </a:pPr>
            <a:r>
              <a:rPr b="0" lang="en-US" sz="1800" strike="noStrike" u="none">
                <a:solidFill>
                  <a:schemeClr val="dk1"/>
                </a:solidFill>
                <a:uFillTx/>
                <a:latin typeface="Calibri"/>
              </a:rPr>
              <a:t>This project focuses on the implementation of algorithms related to string processing, specifically finding palindromes, identifying the longest palindrome, and performing pattern matching in a given text. String analysis is an important area in computer science with applications in text processing, data validation, bioinformatics, and search engines.</a:t>
            </a:r>
            <a:endParaRPr b="0" lang="en-US" sz="1800" strike="noStrike" u="none">
              <a:solidFill>
                <a:srgbClr val="000000"/>
              </a:solidFill>
              <a:uFillTx/>
              <a:latin typeface="Noto Sans CJK SC"/>
            </a:endParaRPr>
          </a:p>
          <a:p>
            <a:pPr algn="just" defTabSz="914400">
              <a:lnSpc>
                <a:spcPct val="100000"/>
              </a:lnSpc>
            </a:pPr>
            <a:r>
              <a:rPr b="0" lang="en-US" sz="1800" strike="noStrike" u="none">
                <a:solidFill>
                  <a:schemeClr val="dk1"/>
                </a:solidFill>
                <a:uFillTx/>
                <a:latin typeface="Calibri"/>
              </a:rPr>
              <a:t>  </a:t>
            </a:r>
            <a:endParaRPr b="0" lang="en-US" sz="1800" strike="noStrike" u="none">
              <a:solidFill>
                <a:srgbClr val="000000"/>
              </a:solidFill>
              <a:uFillTx/>
              <a:latin typeface="Noto Sans CJK SC"/>
            </a:endParaRPr>
          </a:p>
          <a:p>
            <a:pPr marL="285840" indent="-285840" algn="just" defTabSz="914400">
              <a:lnSpc>
                <a:spcPct val="100000"/>
              </a:lnSpc>
              <a:buFont typeface="Wingdings" charset="2"/>
              <a:buChar char=""/>
            </a:pPr>
            <a:r>
              <a:rPr b="0" lang="en-US" sz="1800" strike="noStrike" u="none">
                <a:solidFill>
                  <a:schemeClr val="dk1"/>
                </a:solidFill>
                <a:uFillTx/>
                <a:latin typeface="Calibri"/>
              </a:rPr>
              <a:t> </a:t>
            </a:r>
            <a:r>
              <a:rPr b="0" lang="en-US" sz="1800" strike="noStrike" u="none">
                <a:solidFill>
                  <a:schemeClr val="dk1"/>
                </a:solidFill>
                <a:uFillTx/>
                <a:latin typeface="Calibri"/>
              </a:rPr>
              <a:t>A palindrome is a sequence of characters that reads the same forward and backward. The program developed in this project is capable of detecting whether a given string is a palindrome and also identifying the longest palindromic substring present in the input.  In addition, the project includes pattern finding techniques to search for the occurrence of a specific pattern within a larger text efficiently.</a:t>
            </a:r>
            <a:endParaRPr b="0" lang="en-US" sz="1800" strike="noStrike" u="none">
              <a:solidFill>
                <a:srgbClr val="000000"/>
              </a:solidFill>
              <a:uFillTx/>
              <a:latin typeface="Noto Sans CJK SC"/>
            </a:endParaRPr>
          </a:p>
          <a:p>
            <a:pPr algn="just" defTabSz="914400">
              <a:lnSpc>
                <a:spcPct val="100000"/>
              </a:lnSpc>
            </a:pPr>
            <a:endParaRPr b="0" lang="en-US" sz="1800" strike="noStrike" u="none">
              <a:solidFill>
                <a:srgbClr val="000000"/>
              </a:solidFill>
              <a:uFillTx/>
              <a:latin typeface="Noto Sans CJK SC"/>
            </a:endParaRPr>
          </a:p>
          <a:p>
            <a:pPr marL="285840" indent="-285840" algn="just" defTabSz="914400">
              <a:lnSpc>
                <a:spcPct val="100000"/>
              </a:lnSpc>
              <a:buFont typeface="Wingdings" charset="2"/>
              <a:buChar char=""/>
            </a:pPr>
            <a:r>
              <a:rPr b="0" lang="en-US" sz="1800" strike="noStrike" u="none">
                <a:solidFill>
                  <a:schemeClr val="dk1"/>
                </a:solidFill>
                <a:uFillTx/>
                <a:latin typeface="Calibri"/>
              </a:rPr>
              <a:t>The implementation uses fundamental programming concepts such as strings, arrays, Loops , and conditional statements. Efficient algorithms are applied to reduce the computational complexity and improve the performance of pattern searching and palindrome </a:t>
            </a:r>
            <a:r>
              <a:rPr b="0" lang="en-IN" sz="1800" strike="noStrike" u="none">
                <a:solidFill>
                  <a:schemeClr val="dk1"/>
                </a:solidFill>
                <a:uFillTx/>
                <a:latin typeface="Calibri"/>
              </a:rPr>
              <a:t>detection.</a:t>
            </a:r>
            <a:endParaRPr b="0" lang="en-US" sz="1800" strike="noStrike" u="none">
              <a:solidFill>
                <a:srgbClr val="000000"/>
              </a:solidFill>
              <a:uFillTx/>
              <a:latin typeface="Noto Sans CJK SC"/>
            </a:endParaRPr>
          </a:p>
          <a:p>
            <a:pPr algn="just" defTabSz="914400">
              <a:lnSpc>
                <a:spcPct val="100000"/>
              </a:lnSpc>
            </a:pPr>
            <a:endParaRPr b="0" lang="en-US" sz="1800" strike="noStrike" u="none">
              <a:solidFill>
                <a:srgbClr val="000000"/>
              </a:solidFill>
              <a:uFillTx/>
              <a:latin typeface="Noto Sans CJK SC"/>
            </a:endParaRPr>
          </a:p>
          <a:p>
            <a:pPr marL="285840" indent="-285840" algn="just" defTabSz="914400">
              <a:lnSpc>
                <a:spcPct val="100000"/>
              </a:lnSpc>
              <a:buFont typeface="Wingdings" charset="2"/>
              <a:buChar char=""/>
            </a:pPr>
            <a:r>
              <a:rPr b="0" lang="en-US" sz="1800" strike="noStrike" u="none">
                <a:solidFill>
                  <a:schemeClr val="dk1"/>
                </a:solidFill>
                <a:uFillTx/>
                <a:latin typeface="Calibri"/>
              </a:rPr>
              <a:t>The project demonstrates the practical application of string manipulation and algorithm design in solving real-world text-processing problems. The results obtained show that the implemented solution correctly identifies palindromes, determines the longest palindromic substring, and successfully locates patterns in the given input text.</a:t>
            </a:r>
            <a:endParaRPr b="0" lang="en-US" sz="1800" strike="noStrike" u="none">
              <a:solidFill>
                <a:srgbClr val="000000"/>
              </a:solidFill>
              <a:uFillTx/>
              <a:latin typeface="Noto Sans CJK SC"/>
            </a:endParaRPr>
          </a:p>
          <a:p>
            <a:pPr algn="just" defTabSz="914400">
              <a:lnSpc>
                <a:spcPct val="100000"/>
              </a:lnSpc>
            </a:pPr>
            <a:endParaRPr b="0" lang="en-US" sz="2400" strike="noStrike" u="none">
              <a:solidFill>
                <a:srgbClr val="000000"/>
              </a:solidFill>
              <a:uFillTx/>
              <a:latin typeface="Noto Sans CJK SC"/>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Rectangle 4"/>
          <p:cNvSpPr/>
          <p:nvPr/>
        </p:nvSpPr>
        <p:spPr>
          <a:xfrm>
            <a:off x="-11160" y="-27360"/>
            <a:ext cx="12216240" cy="460440"/>
          </a:xfrm>
          <a:prstGeom prst="rect">
            <a:avLst/>
          </a:prstGeom>
          <a:solidFill>
            <a:srgbClr val="ffc00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endParaRPr b="0" lang="en-GB" sz="3600" strike="noStrike" u="none">
              <a:solidFill>
                <a:srgbClr val="002060"/>
              </a:solidFill>
              <a:uFillTx/>
              <a:latin typeface="Berlin Sans FB Demi"/>
            </a:endParaRPr>
          </a:p>
        </p:txBody>
      </p:sp>
      <p:pic>
        <p:nvPicPr>
          <p:cNvPr id="27" name="Picture 6" descr=""/>
          <p:cNvPicPr/>
          <p:nvPr/>
        </p:nvPicPr>
        <p:blipFill>
          <a:blip r:embed="rId1"/>
          <a:stretch/>
        </p:blipFill>
        <p:spPr>
          <a:xfrm>
            <a:off x="3939840" y="958680"/>
            <a:ext cx="3906720" cy="4940640"/>
          </a:xfrm>
          <a:prstGeom prst="rect">
            <a:avLst/>
          </a:prstGeom>
          <a:noFill/>
          <a:ln w="0">
            <a:noFill/>
          </a:ln>
          <a:scene3d>
            <a:camera prst="orthographicFront">
              <a:rot lat="0" lon="0" rev="0"/>
            </a:camera>
            <a:lightRig dir="t" rig="chilly">
              <a:rot lat="0" lon="0" rev="18480000"/>
            </a:lightRig>
          </a:scene3d>
          <a:sp3d prstMaterial="clear">
            <a:bevelT h="63500"/>
          </a:sp3d>
        </p:spPr>
      </p:pic>
      <p:pic>
        <p:nvPicPr>
          <p:cNvPr id="28" name="Picture 8" descr=""/>
          <p:cNvPicPr/>
          <p:nvPr/>
        </p:nvPicPr>
        <p:blipFill>
          <a:blip r:embed="rId2"/>
          <a:stretch/>
        </p:blipFill>
        <p:spPr>
          <a:xfrm>
            <a:off x="11811960" y="6525360"/>
            <a:ext cx="407160" cy="332280"/>
          </a:xfrm>
          <a:prstGeom prst="rect">
            <a:avLst/>
          </a:prstGeom>
          <a:noFill/>
          <a:ln w="0">
            <a:noFill/>
          </a:ln>
        </p:spPr>
      </p:pic>
      <p:sp>
        <p:nvSpPr>
          <p:cNvPr id="29" name="Title 1"/>
          <p:cNvSpPr/>
          <p:nvPr/>
        </p:nvSpPr>
        <p:spPr>
          <a:xfrm>
            <a:off x="210240" y="799200"/>
            <a:ext cx="11615040" cy="5515560"/>
          </a:xfrm>
          <a:prstGeom prst="rect">
            <a:avLst/>
          </a:prstGeom>
          <a:noFill/>
          <a:ln w="0">
            <a:noFill/>
          </a:ln>
        </p:spPr>
        <p:style>
          <a:lnRef idx="0"/>
          <a:fillRef idx="0"/>
          <a:effectRef idx="0"/>
          <a:fontRef idx="minor"/>
        </p:style>
        <p:txBody>
          <a:bodyPr anchor="ctr">
            <a:noAutofit/>
          </a:bodyPr>
          <a:p>
            <a:pPr defTabSz="914400">
              <a:lnSpc>
                <a:spcPct val="90000"/>
              </a:lnSpc>
            </a:pPr>
            <a:endParaRPr b="0" lang="en-IN" sz="3600" strike="noStrike" u="none">
              <a:solidFill>
                <a:schemeClr val="dk1"/>
              </a:solidFill>
              <a:uFillTx/>
              <a:latin typeface="Calibri Light"/>
            </a:endParaRPr>
          </a:p>
        </p:txBody>
      </p:sp>
      <p:sp>
        <p:nvSpPr>
          <p:cNvPr id="30" name="TextBox 1"/>
          <p:cNvSpPr/>
          <p:nvPr/>
        </p:nvSpPr>
        <p:spPr>
          <a:xfrm>
            <a:off x="863640" y="799200"/>
            <a:ext cx="10606680" cy="5273280"/>
          </a:xfrm>
          <a:prstGeom prst="rect">
            <a:avLst/>
          </a:prstGeom>
          <a:noFill/>
          <a:ln w="0">
            <a:noFill/>
          </a:ln>
        </p:spPr>
        <p:style>
          <a:lnRef idx="0"/>
          <a:fillRef idx="0"/>
          <a:effectRef idx="0"/>
          <a:fontRef idx="minor"/>
        </p:style>
        <p:txBody>
          <a:bodyPr lIns="90000" rIns="90000" tIns="45000" bIns="45000" anchor="t">
            <a:spAutoFit/>
          </a:bodyPr>
          <a:p>
            <a:pPr marL="457200" indent="-457200" algn="just" defTabSz="914400">
              <a:lnSpc>
                <a:spcPct val="100000"/>
              </a:lnSpc>
              <a:buFont typeface="Wingdings" charset="2"/>
              <a:buChar char=""/>
            </a:pPr>
            <a:r>
              <a:rPr b="0" lang="en-US" sz="2000" strike="noStrike" u="none">
                <a:solidFill>
                  <a:schemeClr val="dk1"/>
                </a:solidFill>
                <a:uFillTx/>
                <a:latin typeface="Times New Roman"/>
              </a:rPr>
              <a:t>String processing is one of the fundamental areas in computer science and plays an important role in applications such as text editing, search engines, data analysis, bioinformatics, and information retrieval systems. Among the many string-related problems, palindrome detection and pattern matching are widely studied due to their practical significance and algorithmic challenges.</a:t>
            </a:r>
            <a:endParaRPr b="0" lang="en-US" sz="2000" strike="noStrike" u="none">
              <a:solidFill>
                <a:srgbClr val="000000"/>
              </a:solidFill>
              <a:uFillTx/>
              <a:latin typeface="Noto Sans CJK SC"/>
            </a:endParaRPr>
          </a:p>
          <a:p>
            <a:pPr algn="just" defTabSz="914400">
              <a:lnSpc>
                <a:spcPct val="100000"/>
              </a:lnSpc>
            </a:pPr>
            <a:endParaRPr b="0" lang="en-US" sz="2000" strike="noStrike" u="none">
              <a:solidFill>
                <a:srgbClr val="000000"/>
              </a:solidFill>
              <a:uFillTx/>
              <a:latin typeface="Noto Sans CJK SC"/>
            </a:endParaRPr>
          </a:p>
          <a:p>
            <a:pPr marL="457200" indent="-457200" algn="just" defTabSz="914400">
              <a:lnSpc>
                <a:spcPct val="100000"/>
              </a:lnSpc>
              <a:buFont typeface="Wingdings" charset="2"/>
              <a:buChar char=""/>
            </a:pPr>
            <a:r>
              <a:rPr b="0" lang="en-US" sz="2000" strike="noStrike" u="none">
                <a:solidFill>
                  <a:schemeClr val="dk1"/>
                </a:solidFill>
                <a:uFillTx/>
                <a:latin typeface="Times New Roman"/>
              </a:rPr>
              <a:t>A palindrome is a sequence of characters that remains the same when read from left to right and right to left. Examples include words such as “madam” and “level.” Finding palindromes within a string and identifying the longest palindromic substring are common problems in text analysis and computational linguistics.</a:t>
            </a:r>
            <a:endParaRPr b="0" lang="en-US" sz="2000" strike="noStrike" u="none">
              <a:solidFill>
                <a:srgbClr val="000000"/>
              </a:solidFill>
              <a:uFillTx/>
              <a:latin typeface="Noto Sans CJK SC"/>
            </a:endParaRPr>
          </a:p>
          <a:p>
            <a:pPr algn="just" defTabSz="914400">
              <a:lnSpc>
                <a:spcPct val="100000"/>
              </a:lnSpc>
            </a:pPr>
            <a:endParaRPr b="0" lang="en-US" sz="2000" strike="noStrike" u="none">
              <a:solidFill>
                <a:srgbClr val="000000"/>
              </a:solidFill>
              <a:uFillTx/>
              <a:latin typeface="Noto Sans CJK SC"/>
            </a:endParaRPr>
          </a:p>
          <a:p>
            <a:pPr marL="457200" indent="-457200" algn="just" defTabSz="914400">
              <a:lnSpc>
                <a:spcPct val="100000"/>
              </a:lnSpc>
              <a:buFont typeface="Wingdings" charset="2"/>
              <a:buChar char=""/>
            </a:pPr>
            <a:r>
              <a:rPr b="0" lang="en-US" sz="2000" strike="noStrike" u="none">
                <a:solidFill>
                  <a:schemeClr val="dk1"/>
                </a:solidFill>
                <a:uFillTx/>
                <a:latin typeface="Times New Roman"/>
              </a:rPr>
              <a:t> </a:t>
            </a:r>
            <a:r>
              <a:rPr b="0" lang="en-US" sz="2000" strike="noStrike" u="none">
                <a:solidFill>
                  <a:schemeClr val="dk1"/>
                </a:solidFill>
                <a:uFillTx/>
                <a:latin typeface="Times New Roman"/>
              </a:rPr>
              <a:t>Another important aspect of string processing is pattern finding, which involves searching for the occurrence of a specific pattern within a larger text. Pattern matching algorithms are extensively used in search engines, plagiarism detection, DNA sequence analysis, and data filtering applications.</a:t>
            </a:r>
            <a:endParaRPr b="0" lang="en-US" sz="2000" strike="noStrike" u="none">
              <a:solidFill>
                <a:srgbClr val="000000"/>
              </a:solidFill>
              <a:uFillTx/>
              <a:latin typeface="Noto Sans CJK SC"/>
            </a:endParaRPr>
          </a:p>
          <a:p>
            <a:pPr algn="just" defTabSz="914400">
              <a:lnSpc>
                <a:spcPct val="100000"/>
              </a:lnSpc>
            </a:pPr>
            <a:endParaRPr b="0" lang="en-US" sz="2000" strike="noStrike" u="none">
              <a:solidFill>
                <a:srgbClr val="000000"/>
              </a:solidFill>
              <a:uFillTx/>
              <a:latin typeface="Noto Sans CJK SC"/>
            </a:endParaRPr>
          </a:p>
          <a:p>
            <a:pPr marL="457200" indent="-457200" algn="just" defTabSz="914400">
              <a:lnSpc>
                <a:spcPct val="100000"/>
              </a:lnSpc>
              <a:buFont typeface="Wingdings" charset="2"/>
              <a:buChar char=""/>
            </a:pPr>
            <a:r>
              <a:rPr b="0" lang="en-US" sz="2000" strike="noStrike" u="none">
                <a:solidFill>
                  <a:schemeClr val="dk1"/>
                </a:solidFill>
                <a:uFillTx/>
                <a:latin typeface="Times New Roman"/>
              </a:rPr>
              <a:t>The project utilizes concepts such as arrays, strings, loops, and algorithmic techniques to solve these problems effectively. </a:t>
            </a:r>
            <a:endParaRPr b="0" lang="en-US" sz="2000" strike="noStrike" u="none">
              <a:solidFill>
                <a:srgbClr val="000000"/>
              </a:solidFill>
              <a:uFillTx/>
              <a:latin typeface="Noto Sans CJK SC"/>
            </a:endParaRPr>
          </a:p>
        </p:txBody>
      </p:sp>
      <p:sp>
        <p:nvSpPr>
          <p:cNvPr id="31" name="PlaceHolder 1"/>
          <p:cNvSpPr>
            <a:spLocks noGrp="1"/>
          </p:cNvSpPr>
          <p:nvPr>
            <p:ph type="title"/>
          </p:nvPr>
        </p:nvSpPr>
        <p:spPr>
          <a:xfrm>
            <a:off x="-11160" y="0"/>
            <a:ext cx="12216240" cy="433080"/>
          </a:xfrm>
          <a:prstGeom prst="rect">
            <a:avLst/>
          </a:prstGeom>
          <a:noFill/>
          <a:ln w="0">
            <a:noFill/>
          </a:ln>
        </p:spPr>
        <p:txBody>
          <a:bodyPr lIns="91440" rIns="91440" tIns="45720" bIns="45720" anchor="ctr">
            <a:noAutofit/>
          </a:bodyPr>
          <a:p>
            <a:pPr indent="0" algn="ctr" defTabSz="914400">
              <a:lnSpc>
                <a:spcPct val="90000"/>
              </a:lnSpc>
              <a:buNone/>
            </a:pPr>
            <a:r>
              <a:rPr b="1" lang="en-IN" sz="3200" strike="noStrike" u="none">
                <a:solidFill>
                  <a:srgbClr val="002060"/>
                </a:solidFill>
                <a:uFillTx/>
                <a:latin typeface="Arial Rounded MT Bold"/>
              </a:rPr>
              <a:t>Introduction</a:t>
            </a:r>
            <a:endParaRPr b="0" lang="en-US" sz="3200" strike="noStrike" u="none">
              <a:solidFill>
                <a:schemeClr val="dk1"/>
              </a:solidFill>
              <a:uFillTx/>
              <a:latin typeface="Calibri"/>
            </a:endParaRPr>
          </a:p>
        </p:txBody>
      </p:sp>
      <p:sp>
        <p:nvSpPr>
          <p:cNvPr id="32" name="Rectangle 3"/>
          <p:cNvSpPr/>
          <p:nvPr/>
        </p:nvSpPr>
        <p:spPr>
          <a:xfrm>
            <a:off x="-11160" y="6525360"/>
            <a:ext cx="11809080" cy="330120"/>
          </a:xfrm>
          <a:prstGeom prst="rect">
            <a:avLst/>
          </a:prstGeom>
          <a:solidFill>
            <a:srgbClr val="00206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lt1"/>
                </a:solidFill>
                <a:uFillTx/>
                <a:latin typeface="Bahnschrift"/>
                <a:ea typeface="新細明體"/>
              </a:rPr>
              <a:t>3</a:t>
            </a:r>
            <a:endParaRPr b="0" lang="en-US" sz="1400" strike="noStrike" u="none">
              <a:solidFill>
                <a:srgbClr val="ffffff"/>
              </a:solidFill>
              <a:uFillTx/>
              <a:latin typeface="Noto Sans CJK SC"/>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12191760" cy="494640"/>
          </a:xfrm>
          <a:prstGeom prst="rect">
            <a:avLst/>
          </a:prstGeom>
          <a:solidFill>
            <a:srgbClr val="ffc000"/>
          </a:solidFill>
          <a:ln w="12600">
            <a:solidFill>
              <a:schemeClr val="accent1"/>
            </a:solidFill>
            <a:miter/>
          </a:ln>
        </p:spPr>
        <p:txBody>
          <a:bodyPr lIns="91440" rIns="91440" tIns="45720" bIns="45720" anchor="ctr">
            <a:normAutofit fontScale="90000"/>
          </a:bodyPr>
          <a:p>
            <a:pPr indent="0" algn="ctr" defTabSz="914400">
              <a:lnSpc>
                <a:spcPct val="90000"/>
              </a:lnSpc>
              <a:buNone/>
            </a:pPr>
            <a:r>
              <a:rPr b="0" lang="en-US" sz="4400" strike="noStrike" u="none">
                <a:solidFill>
                  <a:schemeClr val="lt1"/>
                </a:solidFill>
                <a:uFillTx/>
                <a:latin typeface="Calibri"/>
              </a:rPr>
              <a:t>PALINDROME ALGORITHM</a:t>
            </a:r>
            <a:endParaRPr b="0" lang="en-US" sz="4400" strike="noStrike" u="none">
              <a:solidFill>
                <a:schemeClr val="dk1"/>
              </a:solidFill>
              <a:uFillTx/>
              <a:latin typeface="Calibri"/>
            </a:endParaRPr>
          </a:p>
        </p:txBody>
      </p:sp>
      <p:pic>
        <p:nvPicPr>
          <p:cNvPr id="34" name="Picture 4" descr=""/>
          <p:cNvPicPr/>
          <p:nvPr/>
        </p:nvPicPr>
        <p:blipFill>
          <a:blip r:embed="rId1"/>
          <a:stretch/>
        </p:blipFill>
        <p:spPr>
          <a:xfrm>
            <a:off x="4025880" y="1001520"/>
            <a:ext cx="3906720" cy="4940640"/>
          </a:xfrm>
          <a:prstGeom prst="rect">
            <a:avLst/>
          </a:prstGeom>
          <a:noFill/>
          <a:ln w="0">
            <a:noFill/>
          </a:ln>
          <a:scene3d>
            <a:camera prst="orthographicFront">
              <a:rot lat="0" lon="0" rev="0"/>
            </a:camera>
            <a:lightRig dir="t" rig="chilly">
              <a:rot lat="0" lon="0" rev="18480000"/>
            </a:lightRig>
          </a:scene3d>
          <a:sp3d prstMaterial="clear">
            <a:bevelT h="63500"/>
          </a:sp3d>
        </p:spPr>
      </p:pic>
      <p:sp>
        <p:nvSpPr>
          <p:cNvPr id="35" name="Rectangle 5"/>
          <p:cNvSpPr/>
          <p:nvPr/>
        </p:nvSpPr>
        <p:spPr>
          <a:xfrm>
            <a:off x="275400" y="1139400"/>
            <a:ext cx="8430120" cy="4478760"/>
          </a:xfrm>
          <a:prstGeom prst="rect">
            <a:avLst/>
          </a:prstGeom>
          <a:noFill/>
          <a:ln w="0">
            <a:noFill/>
          </a:ln>
        </p:spPr>
        <p:style>
          <a:lnRef idx="0"/>
          <a:fillRef idx="0"/>
          <a:effectRef idx="0"/>
          <a:fontRef idx="minor"/>
        </p:style>
        <p:txBody>
          <a:bodyPr lIns="90000" rIns="90000" tIns="45000" bIns="45000" anchor="t">
            <a:spAutoFit/>
          </a:bodyPr>
          <a:p>
            <a:pPr marL="343080" indent="-343080" defTabSz="914400">
              <a:lnSpc>
                <a:spcPct val="100000"/>
              </a:lnSpc>
              <a:buFont typeface="Calibri Light"/>
              <a:buAutoNum type="arabicPeriod"/>
            </a:pPr>
            <a:r>
              <a:rPr b="0" lang="en-IN" sz="1800" strike="noStrike" u="none">
                <a:solidFill>
                  <a:schemeClr val="dk1"/>
                </a:solidFill>
                <a:uFillTx/>
                <a:latin typeface="Times New Roman"/>
              </a:rPr>
              <a:t>Start the program.</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marL="343080" indent="-343080" defTabSz="914400">
              <a:lnSpc>
                <a:spcPct val="100000"/>
              </a:lnSpc>
              <a:buFont typeface="Calibri Light"/>
              <a:buAutoNum type="arabicPeriod"/>
            </a:pPr>
            <a:r>
              <a:rPr b="0" lang="en-US" sz="1800" strike="noStrike" u="none">
                <a:solidFill>
                  <a:schemeClr val="dk1"/>
                </a:solidFill>
                <a:uFillTx/>
                <a:latin typeface="Times New Roman"/>
              </a:rPr>
              <a:t>Define a function is Palindrome(str, start, end).</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marL="343080" indent="-343080" defTabSz="914400">
              <a:lnSpc>
                <a:spcPct val="100000"/>
              </a:lnSpc>
              <a:buFont typeface="Calibri Light"/>
              <a:buAutoNum type="arabicPeriod"/>
            </a:pPr>
            <a:r>
              <a:rPr b="0" lang="en-US" sz="1800" strike="noStrike" u="none">
                <a:solidFill>
                  <a:schemeClr val="dk1"/>
                </a:solidFill>
                <a:uFillTx/>
                <a:latin typeface="Times New Roman"/>
              </a:rPr>
              <a:t>Compare characters at positions start and end.</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marL="343080" indent="-343080" defTabSz="914400">
              <a:lnSpc>
                <a:spcPct val="100000"/>
              </a:lnSpc>
              <a:buFont typeface="Calibri Light"/>
              <a:buAutoNum type="arabicPeriod"/>
            </a:pPr>
            <a:r>
              <a:rPr b="0" lang="en-US" sz="1800" strike="noStrike" u="none">
                <a:solidFill>
                  <a:schemeClr val="dk1"/>
                </a:solidFill>
                <a:uFillTx/>
                <a:latin typeface="Times New Roman"/>
              </a:rPr>
              <a:t>If the characters are not equal:</a:t>
            </a:r>
            <a:endParaRPr b="0" lang="en-US" sz="1800" strike="noStrike" u="none">
              <a:solidFill>
                <a:srgbClr val="000000"/>
              </a:solidFill>
              <a:uFillTx/>
              <a:latin typeface="Noto Sans CJK SC"/>
            </a:endParaRPr>
          </a:p>
          <a:p>
            <a:pPr lvl="1" marL="743040" indent="-285840" defTabSz="914400">
              <a:lnSpc>
                <a:spcPct val="100000"/>
              </a:lnSpc>
              <a:buFont typeface="Arial"/>
              <a:buChar char="•"/>
            </a:pPr>
            <a:r>
              <a:rPr b="0" lang="en-IN" sz="1800" strike="noStrike" u="none">
                <a:solidFill>
                  <a:schemeClr val="dk1"/>
                </a:solidFill>
                <a:uFillTx/>
                <a:latin typeface="Times New Roman"/>
              </a:rPr>
              <a:t>Return FALSE.</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marL="343080" indent="-343080" defTabSz="914400">
              <a:lnSpc>
                <a:spcPct val="100000"/>
              </a:lnSpc>
              <a:buFont typeface="Calibri Light"/>
              <a:buAutoNum type="arabicPeriod"/>
            </a:pPr>
            <a:r>
              <a:rPr b="0" lang="en-US" sz="1800" strike="noStrike" u="none">
                <a:solidFill>
                  <a:schemeClr val="dk1"/>
                </a:solidFill>
                <a:uFillTx/>
                <a:latin typeface="Times New Roman"/>
              </a:rPr>
              <a:t>Increment start and decrement end.</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marL="343080" indent="-343080" defTabSz="914400">
              <a:lnSpc>
                <a:spcPct val="100000"/>
              </a:lnSpc>
              <a:buFont typeface="Calibri Light"/>
              <a:buAutoNum type="arabicPeriod"/>
            </a:pPr>
            <a:r>
              <a:rPr b="0" lang="en-US" sz="1800" strike="noStrike" u="none">
                <a:solidFill>
                  <a:schemeClr val="dk1"/>
                </a:solidFill>
                <a:uFillTx/>
                <a:latin typeface="Times New Roman"/>
              </a:rPr>
              <a:t>Repeat Steps 3–5 until start is greater than or equal to end.</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marL="343080" indent="-343080" defTabSz="914400">
              <a:lnSpc>
                <a:spcPct val="100000"/>
              </a:lnSpc>
              <a:buFont typeface="Calibri Light"/>
              <a:buAutoNum type="arabicPeriod"/>
            </a:pPr>
            <a:r>
              <a:rPr b="0" lang="en-US" sz="1800" strike="noStrike" u="none">
                <a:solidFill>
                  <a:schemeClr val="dk1"/>
                </a:solidFill>
                <a:uFillTx/>
                <a:latin typeface="Times New Roman"/>
              </a:rPr>
              <a:t>Return TRUE if all character match.</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marL="343080" indent="-343080" defTabSz="914400">
              <a:lnSpc>
                <a:spcPct val="100000"/>
              </a:lnSpc>
              <a:buFont typeface="Calibri Light"/>
              <a:buAutoNum type="arabicPeriod"/>
            </a:pPr>
            <a:r>
              <a:rPr b="0" lang="en-IN" sz="1800" strike="noStrike" u="none">
                <a:solidFill>
                  <a:schemeClr val="dk1"/>
                </a:solidFill>
                <a:uFillTx/>
                <a:latin typeface="Times New Roman"/>
              </a:rPr>
              <a:t>End the function.</a:t>
            </a:r>
            <a:endParaRPr b="0" lang="en-US" sz="1800" strike="noStrike" u="none">
              <a:solidFill>
                <a:srgbClr val="000000"/>
              </a:solidFill>
              <a:uFillTx/>
              <a:latin typeface="Noto Sans CJK SC"/>
            </a:endParaRPr>
          </a:p>
        </p:txBody>
      </p:sp>
      <p:sp>
        <p:nvSpPr>
          <p:cNvPr id="36" name="Rectangle 6"/>
          <p:cNvSpPr/>
          <p:nvPr/>
        </p:nvSpPr>
        <p:spPr>
          <a:xfrm>
            <a:off x="186480" y="537480"/>
            <a:ext cx="11729880" cy="577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3200" strike="noStrike" u="none">
                <a:solidFill>
                  <a:schemeClr val="dk1"/>
                </a:solidFill>
                <a:uFillTx/>
                <a:latin typeface="Calibri"/>
              </a:rPr>
              <a:t>Algorithm 1</a:t>
            </a:r>
            <a:r>
              <a:rPr b="1" lang="en-US" sz="2800" strike="noStrike" u="none">
                <a:solidFill>
                  <a:schemeClr val="dk1"/>
                </a:solidFill>
                <a:uFillTx/>
                <a:latin typeface="Calibri"/>
              </a:rPr>
              <a:t> : Checking Whether a Substring is a Palindrome</a:t>
            </a:r>
            <a:r>
              <a:rPr b="0" lang="en-US" sz="2800" strike="noStrike" u="none">
                <a:solidFill>
                  <a:schemeClr val="dk1"/>
                </a:solidFill>
                <a:uFillTx/>
                <a:latin typeface="Calibri"/>
              </a:rPr>
              <a:t>  </a:t>
            </a:r>
            <a:endParaRPr b="0" lang="en-US" sz="2800" strike="noStrike" u="none">
              <a:solidFill>
                <a:srgbClr val="000000"/>
              </a:solidFill>
              <a:uFillTx/>
              <a:latin typeface="Noto Sans CJK SC"/>
            </a:endParaRPr>
          </a:p>
        </p:txBody>
      </p:sp>
      <p:sp>
        <p:nvSpPr>
          <p:cNvPr id="37" name="Rectangle 7"/>
          <p:cNvSpPr/>
          <p:nvPr/>
        </p:nvSpPr>
        <p:spPr>
          <a:xfrm>
            <a:off x="-11160" y="6525360"/>
            <a:ext cx="11661120" cy="330120"/>
          </a:xfrm>
          <a:prstGeom prst="rect">
            <a:avLst/>
          </a:prstGeom>
          <a:solidFill>
            <a:srgbClr val="00206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lt1"/>
                </a:solidFill>
                <a:uFillTx/>
                <a:latin typeface="Bahnschrift"/>
                <a:ea typeface="新細明體"/>
              </a:rPr>
              <a:t>4</a:t>
            </a:r>
            <a:endParaRPr b="0" lang="en-US" sz="1400" strike="noStrike" u="none">
              <a:solidFill>
                <a:srgbClr val="ffffff"/>
              </a:solidFill>
              <a:uFillTx/>
              <a:latin typeface="Noto Sans CJK SC"/>
            </a:endParaRPr>
          </a:p>
        </p:txBody>
      </p:sp>
      <p:pic>
        <p:nvPicPr>
          <p:cNvPr id="38" name="Picture 8" descr=""/>
          <p:cNvPicPr/>
          <p:nvPr/>
        </p:nvPicPr>
        <p:blipFill>
          <a:blip r:embed="rId2"/>
          <a:stretch/>
        </p:blipFill>
        <p:spPr>
          <a:xfrm>
            <a:off x="11811960" y="6525360"/>
            <a:ext cx="407160" cy="332280"/>
          </a:xfrm>
          <a:prstGeom prst="rect">
            <a:avLst/>
          </a:prstGeom>
          <a:noFill/>
          <a:ln w="0">
            <a:noFill/>
          </a:ln>
        </p:spPr>
      </p:pic>
      <p:pic>
        <p:nvPicPr>
          <p:cNvPr id="39" name="Picture 10" descr=""/>
          <p:cNvPicPr/>
          <p:nvPr/>
        </p:nvPicPr>
        <p:blipFill>
          <a:blip r:embed="rId3"/>
          <a:stretch/>
        </p:blipFill>
        <p:spPr>
          <a:xfrm>
            <a:off x="6138720" y="1455480"/>
            <a:ext cx="5133960" cy="4108680"/>
          </a:xfrm>
          <a:prstGeom prst="rect">
            <a:avLst/>
          </a:prstGeom>
          <a:noFill/>
          <a:ln w="12700">
            <a:solidFill>
              <a:srgbClr val="000000"/>
            </a:solidFill>
            <a:round/>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 name="Content Placeholder 3" descr=""/>
          <p:cNvPicPr/>
          <p:nvPr/>
        </p:nvPicPr>
        <p:blipFill>
          <a:blip r:embed="rId1"/>
          <a:stretch/>
        </p:blipFill>
        <p:spPr>
          <a:xfrm>
            <a:off x="4375440" y="1825560"/>
            <a:ext cx="3440520" cy="4350960"/>
          </a:xfrm>
          <a:prstGeom prst="rect">
            <a:avLst/>
          </a:prstGeom>
          <a:noFill/>
          <a:ln w="0">
            <a:noFill/>
          </a:ln>
          <a:scene3d>
            <a:camera prst="orthographicFront">
              <a:rot lat="0" lon="0" rev="0"/>
            </a:camera>
            <a:lightRig dir="t" rig="chilly">
              <a:rot lat="0" lon="0" rev="18480000"/>
            </a:lightRig>
          </a:scene3d>
          <a:sp3d prstMaterial="clear">
            <a:bevelT h="63500"/>
          </a:sp3d>
        </p:spPr>
      </p:pic>
      <p:sp>
        <p:nvSpPr>
          <p:cNvPr id="41" name="Rectangle 4"/>
          <p:cNvSpPr/>
          <p:nvPr/>
        </p:nvSpPr>
        <p:spPr>
          <a:xfrm>
            <a:off x="-11160" y="-27360"/>
            <a:ext cx="12216240" cy="460440"/>
          </a:xfrm>
          <a:prstGeom prst="rect">
            <a:avLst/>
          </a:prstGeom>
          <a:solidFill>
            <a:srgbClr val="ffc00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endParaRPr b="0" lang="en-GB" sz="3600" strike="noStrike" u="none">
              <a:solidFill>
                <a:srgbClr val="002060"/>
              </a:solidFill>
              <a:uFillTx/>
              <a:latin typeface="Berlin Sans FB Demi"/>
            </a:endParaRPr>
          </a:p>
        </p:txBody>
      </p:sp>
      <p:sp>
        <p:nvSpPr>
          <p:cNvPr id="42" name="Rectangle 5"/>
          <p:cNvSpPr/>
          <p:nvPr/>
        </p:nvSpPr>
        <p:spPr>
          <a:xfrm>
            <a:off x="644760" y="433440"/>
            <a:ext cx="10121040" cy="6856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800" strike="noStrike" u="none">
                <a:solidFill>
                  <a:schemeClr val="dk1"/>
                </a:solidFill>
                <a:uFillTx/>
                <a:latin typeface="Calibri"/>
              </a:rPr>
              <a:t>Algorithm 2:</a:t>
            </a:r>
            <a:endParaRPr b="0" lang="en-US" sz="2800" strike="noStrike" u="none">
              <a:solidFill>
                <a:srgbClr val="000000"/>
              </a:solidFill>
              <a:uFillTx/>
              <a:latin typeface="Noto Sans CJK SC"/>
            </a:endParaRPr>
          </a:p>
          <a:p>
            <a:pPr defTabSz="914400">
              <a:lnSpc>
                <a:spcPct val="100000"/>
              </a:lnSpc>
            </a:pPr>
            <a:r>
              <a:rPr b="1" lang="en-US" sz="2800" strike="noStrike" u="none">
                <a:solidFill>
                  <a:schemeClr val="dk1"/>
                </a:solidFill>
                <a:uFillTx/>
                <a:latin typeface="Calibri"/>
              </a:rPr>
              <a:t>                    </a:t>
            </a:r>
            <a:r>
              <a:rPr b="0" lang="en-US" sz="2800" strike="noStrike" u="none">
                <a:solidFill>
                  <a:schemeClr val="dk1"/>
                </a:solidFill>
                <a:uFillTx/>
                <a:latin typeface="Calibri"/>
              </a:rPr>
              <a:t>Finding Palindromic Substrings and Longest Palindrome</a:t>
            </a:r>
            <a:endParaRPr b="0" lang="en-US" sz="2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r>
              <a:rPr b="1" lang="en-IN" sz="1800" strike="noStrike" u="none">
                <a:solidFill>
                  <a:schemeClr val="dk1"/>
                </a:solidFill>
                <a:uFillTx/>
                <a:latin typeface="Calibri"/>
              </a:rPr>
              <a:t>1. </a:t>
            </a:r>
            <a:r>
              <a:rPr b="0" lang="en-IN" sz="1800" strike="noStrike" u="none">
                <a:solidFill>
                  <a:schemeClr val="dk1"/>
                </a:solidFill>
                <a:uFillTx/>
                <a:latin typeface="Calibri"/>
              </a:rPr>
              <a:t>Start the program.</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r>
              <a:rPr b="1" lang="en-US" sz="1800" strike="noStrike" u="none">
                <a:solidFill>
                  <a:schemeClr val="dk1"/>
                </a:solidFill>
                <a:uFillTx/>
                <a:latin typeface="Calibri"/>
              </a:rPr>
              <a:t>2. </a:t>
            </a:r>
            <a:r>
              <a:rPr b="0" lang="en-US" sz="1800" strike="noStrike" u="none">
                <a:solidFill>
                  <a:schemeClr val="dk1"/>
                </a:solidFill>
                <a:uFillTx/>
                <a:latin typeface="Calibri"/>
              </a:rPr>
              <a:t>Read the input string.</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r>
              <a:rPr b="1" lang="en-US" sz="1800" strike="noStrike" u="none">
                <a:solidFill>
                  <a:schemeClr val="dk1"/>
                </a:solidFill>
                <a:uFillTx/>
                <a:latin typeface="Calibri"/>
              </a:rPr>
              <a:t>3. </a:t>
            </a:r>
            <a:r>
              <a:rPr b="0" lang="en-US" sz="1800" strike="noStrike" u="none">
                <a:solidFill>
                  <a:schemeClr val="dk1"/>
                </a:solidFill>
                <a:uFillTx/>
                <a:latin typeface="Calibri"/>
              </a:rPr>
              <a:t>Calculate the length of the string.</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r>
              <a:rPr b="1" lang="en-IN" sz="1800" strike="noStrike" u="none">
                <a:solidFill>
                  <a:schemeClr val="dk1"/>
                </a:solidFill>
                <a:uFillTx/>
                <a:latin typeface="Calibri"/>
              </a:rPr>
              <a:t>4. </a:t>
            </a:r>
            <a:r>
              <a:rPr b="0" lang="en-IN" sz="1800" strike="noStrike" u="none">
                <a:solidFill>
                  <a:schemeClr val="dk1"/>
                </a:solidFill>
                <a:uFillTx/>
                <a:latin typeface="Calibri"/>
              </a:rPr>
              <a:t>Initialize:</a:t>
            </a:r>
            <a:endParaRPr b="0" lang="en-US" sz="1800" strike="noStrike" u="none">
              <a:solidFill>
                <a:srgbClr val="000000"/>
              </a:solidFill>
              <a:uFillTx/>
              <a:latin typeface="Noto Sans CJK SC"/>
            </a:endParaRPr>
          </a:p>
          <a:p>
            <a:pPr defTabSz="914400">
              <a:lnSpc>
                <a:spcPct val="100000"/>
              </a:lnSpc>
            </a:pPr>
            <a:r>
              <a:rPr b="0" lang="en-IN" sz="1800" strike="noStrike" u="none">
                <a:solidFill>
                  <a:schemeClr val="dk1"/>
                </a:solidFill>
                <a:uFillTx/>
                <a:latin typeface="Calibri"/>
              </a:rPr>
              <a:t>        </a:t>
            </a:r>
            <a:r>
              <a:rPr b="0" lang="en-IN" sz="1800" strike="noStrike" u="none">
                <a:solidFill>
                  <a:schemeClr val="dk1"/>
                </a:solidFill>
                <a:uFillTx/>
                <a:latin typeface="Calibri"/>
              </a:rPr>
              <a:t>a.  maxLength = 0</a:t>
            </a:r>
            <a:endParaRPr b="0" lang="en-US" sz="1800" strike="noStrike" u="none">
              <a:solidFill>
                <a:srgbClr val="000000"/>
              </a:solidFill>
              <a:uFillTx/>
              <a:latin typeface="Noto Sans CJK SC"/>
            </a:endParaRPr>
          </a:p>
          <a:p>
            <a:pPr defTabSz="914400">
              <a:lnSpc>
                <a:spcPct val="100000"/>
              </a:lnSpc>
            </a:pPr>
            <a:r>
              <a:rPr b="0" lang="en-IN" sz="1800" strike="noStrike" u="none">
                <a:solidFill>
                  <a:schemeClr val="dk1"/>
                </a:solidFill>
                <a:uFillTx/>
                <a:latin typeface="Calibri"/>
              </a:rPr>
              <a:t>        </a:t>
            </a:r>
            <a:r>
              <a:rPr b="0" lang="en-IN" sz="1800" strike="noStrike" u="none">
                <a:solidFill>
                  <a:schemeClr val="dk1"/>
                </a:solidFill>
                <a:uFillTx/>
                <a:latin typeface="Calibri"/>
              </a:rPr>
              <a:t>b.  startIndex = 0</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r>
              <a:rPr b="1" lang="en-US" sz="1800" strike="noStrike" u="none">
                <a:solidFill>
                  <a:schemeClr val="dk1"/>
                </a:solidFill>
                <a:uFillTx/>
                <a:latin typeface="Calibri"/>
              </a:rPr>
              <a:t>5. </a:t>
            </a:r>
            <a:r>
              <a:rPr b="0" lang="en-US" sz="1800" strike="noStrike" u="none">
                <a:solidFill>
                  <a:schemeClr val="dk1"/>
                </a:solidFill>
                <a:uFillTx/>
                <a:latin typeface="Calibri"/>
              </a:rPr>
              <a:t>Display the message “Palindromic substrings”.</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r>
              <a:rPr b="1" lang="en-US" sz="1800" strike="noStrike" u="none">
                <a:solidFill>
                  <a:schemeClr val="dk1"/>
                </a:solidFill>
                <a:uFillTx/>
                <a:latin typeface="Calibri"/>
              </a:rPr>
              <a:t>6. </a:t>
            </a:r>
            <a:r>
              <a:rPr b="0" lang="en-US" sz="1800" strike="noStrike" u="none">
                <a:solidFill>
                  <a:schemeClr val="dk1"/>
                </a:solidFill>
                <a:uFillTx/>
                <a:latin typeface="Calibri"/>
              </a:rPr>
              <a:t>Traverse the string using two nested loops:</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r>
              <a:rPr b="0" lang="en-US" sz="1800" strike="noStrike" u="none">
                <a:solidFill>
                  <a:schemeClr val="dk1"/>
                </a:solidFill>
                <a:uFillTx/>
                <a:latin typeface="Calibri"/>
              </a:rPr>
              <a:t>       </a:t>
            </a:r>
            <a:r>
              <a:rPr b="0" lang="en-US" sz="1800" strike="noStrike" u="none">
                <a:solidFill>
                  <a:schemeClr val="dk1"/>
                </a:solidFill>
                <a:uFillTx/>
                <a:latin typeface="Calibri"/>
              </a:rPr>
              <a:t>a. Outer loop variable i from 0 to n-1</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r>
              <a:rPr b="0" lang="en-IN" sz="1800" strike="noStrike" u="none">
                <a:solidFill>
                  <a:schemeClr val="dk1"/>
                </a:solidFill>
                <a:uFillTx/>
                <a:latin typeface="Calibri"/>
              </a:rPr>
              <a:t>        </a:t>
            </a:r>
            <a:r>
              <a:rPr b="0" lang="en-IN" sz="1800" strike="noStrike" u="none">
                <a:solidFill>
                  <a:schemeClr val="dk1"/>
                </a:solidFill>
                <a:uFillTx/>
                <a:latin typeface="Calibri"/>
              </a:rPr>
              <a:t>b. Inner loop variable j from i+1 to n-1</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p:txBody>
      </p:sp>
      <p:sp>
        <p:nvSpPr>
          <p:cNvPr id="43" name="Rectangle 6"/>
          <p:cNvSpPr/>
          <p:nvPr/>
        </p:nvSpPr>
        <p:spPr>
          <a:xfrm>
            <a:off x="-11160" y="6525360"/>
            <a:ext cx="11809080" cy="330120"/>
          </a:xfrm>
          <a:prstGeom prst="rect">
            <a:avLst/>
          </a:prstGeom>
          <a:solidFill>
            <a:srgbClr val="00206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lt1"/>
                </a:solidFill>
                <a:uFillTx/>
                <a:latin typeface="Bahnschrift"/>
                <a:ea typeface="新細明體"/>
              </a:rPr>
              <a:t>5</a:t>
            </a:r>
            <a:endParaRPr b="0" lang="en-US" sz="1400" strike="noStrike" u="none">
              <a:solidFill>
                <a:srgbClr val="ffffff"/>
              </a:solidFill>
              <a:uFillTx/>
              <a:latin typeface="Noto Sans CJK SC"/>
            </a:endParaRPr>
          </a:p>
        </p:txBody>
      </p:sp>
      <p:pic>
        <p:nvPicPr>
          <p:cNvPr id="44" name="Picture 7" descr=""/>
          <p:cNvPicPr/>
          <p:nvPr/>
        </p:nvPicPr>
        <p:blipFill>
          <a:blip r:embed="rId2"/>
          <a:stretch/>
        </p:blipFill>
        <p:spPr>
          <a:xfrm>
            <a:off x="11811960" y="6525360"/>
            <a:ext cx="407160" cy="332280"/>
          </a:xfrm>
          <a:prstGeom prst="rect">
            <a:avLst/>
          </a:prstGeom>
          <a:noFill/>
          <a:ln w="0">
            <a:noFill/>
          </a:ln>
        </p:spPr>
      </p:pic>
      <p:pic>
        <p:nvPicPr>
          <p:cNvPr id="45" name="Picture 2" descr=""/>
          <p:cNvPicPr/>
          <p:nvPr/>
        </p:nvPicPr>
        <p:blipFill>
          <a:blip r:embed="rId3"/>
          <a:stretch/>
        </p:blipFill>
        <p:spPr>
          <a:xfrm>
            <a:off x="5972760" y="1753920"/>
            <a:ext cx="5574240" cy="3716280"/>
          </a:xfrm>
          <a:prstGeom prst="rect">
            <a:avLst/>
          </a:prstGeom>
          <a:noFill/>
          <a:ln w="12700">
            <a:solidFill>
              <a:srgbClr val="000000"/>
            </a:solidFill>
            <a:round/>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0" y="0"/>
            <a:ext cx="12191760" cy="451440"/>
          </a:xfrm>
          <a:prstGeom prst="rect">
            <a:avLst/>
          </a:prstGeom>
          <a:noFill/>
          <a:ln w="0">
            <a:noFill/>
          </a:ln>
        </p:spPr>
        <p:txBody>
          <a:bodyPr lIns="91440" rIns="91440" tIns="45720" bIns="45720" anchor="ctr">
            <a:normAutofit fontScale="90000"/>
          </a:bodyPr>
          <a:p>
            <a:pPr indent="0" defTabSz="914400">
              <a:lnSpc>
                <a:spcPct val="90000"/>
              </a:lnSpc>
              <a:buNone/>
            </a:pPr>
            <a:r>
              <a:rPr b="0" lang="en-US" sz="4400" strike="noStrike" u="none">
                <a:solidFill>
                  <a:schemeClr val="dk1"/>
                </a:solidFill>
                <a:uFillTx/>
                <a:latin typeface="Calibri Light"/>
              </a:rPr>
              <a:t>  </a:t>
            </a:r>
            <a:endParaRPr b="0" lang="en-US" sz="4400" strike="noStrike" u="none">
              <a:solidFill>
                <a:schemeClr val="dk1"/>
              </a:solidFill>
              <a:uFillTx/>
              <a:latin typeface="Calibri"/>
            </a:endParaRPr>
          </a:p>
        </p:txBody>
      </p:sp>
      <p:pic>
        <p:nvPicPr>
          <p:cNvPr id="47" name="Content Placeholder 3" descr=""/>
          <p:cNvPicPr/>
          <p:nvPr/>
        </p:nvPicPr>
        <p:blipFill>
          <a:blip r:embed="rId1"/>
          <a:stretch/>
        </p:blipFill>
        <p:spPr>
          <a:xfrm>
            <a:off x="4375440" y="1825560"/>
            <a:ext cx="3440520" cy="4350960"/>
          </a:xfrm>
          <a:prstGeom prst="rect">
            <a:avLst/>
          </a:prstGeom>
          <a:noFill/>
          <a:ln w="0">
            <a:noFill/>
          </a:ln>
          <a:scene3d>
            <a:camera prst="orthographicFront">
              <a:rot lat="0" lon="0" rev="0"/>
            </a:camera>
            <a:lightRig dir="t" rig="chilly">
              <a:rot lat="0" lon="0" rev="18480000"/>
            </a:lightRig>
          </a:scene3d>
          <a:sp3d prstMaterial="clear">
            <a:bevelT h="63500"/>
          </a:sp3d>
        </p:spPr>
      </p:pic>
      <p:sp>
        <p:nvSpPr>
          <p:cNvPr id="48" name="Rectangle 4"/>
          <p:cNvSpPr/>
          <p:nvPr/>
        </p:nvSpPr>
        <p:spPr>
          <a:xfrm>
            <a:off x="-11160" y="-27360"/>
            <a:ext cx="12216240" cy="460440"/>
          </a:xfrm>
          <a:prstGeom prst="rect">
            <a:avLst/>
          </a:prstGeom>
          <a:solidFill>
            <a:srgbClr val="ffc00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endParaRPr b="0" lang="en-GB" sz="3600" strike="noStrike" u="none">
              <a:solidFill>
                <a:srgbClr val="002060"/>
              </a:solidFill>
              <a:uFillTx/>
              <a:latin typeface="Berlin Sans FB Demi"/>
            </a:endParaRPr>
          </a:p>
        </p:txBody>
      </p:sp>
      <p:sp>
        <p:nvSpPr>
          <p:cNvPr id="49" name="Rectangle 5"/>
          <p:cNvSpPr/>
          <p:nvPr/>
        </p:nvSpPr>
        <p:spPr>
          <a:xfrm>
            <a:off x="-11160" y="6525360"/>
            <a:ext cx="11809080" cy="330120"/>
          </a:xfrm>
          <a:prstGeom prst="rect">
            <a:avLst/>
          </a:prstGeom>
          <a:solidFill>
            <a:srgbClr val="00206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lt1"/>
                </a:solidFill>
                <a:uFillTx/>
                <a:latin typeface="Bahnschrift"/>
                <a:ea typeface="新細明體"/>
              </a:rPr>
              <a:t>6</a:t>
            </a:r>
            <a:endParaRPr b="0" lang="en-US" sz="1400" strike="noStrike" u="none">
              <a:solidFill>
                <a:srgbClr val="ffffff"/>
              </a:solidFill>
              <a:uFillTx/>
              <a:latin typeface="Noto Sans CJK SC"/>
            </a:endParaRPr>
          </a:p>
        </p:txBody>
      </p:sp>
      <p:pic>
        <p:nvPicPr>
          <p:cNvPr id="50" name="Picture 6" descr=""/>
          <p:cNvPicPr/>
          <p:nvPr/>
        </p:nvPicPr>
        <p:blipFill>
          <a:blip r:embed="rId2"/>
          <a:stretch/>
        </p:blipFill>
        <p:spPr>
          <a:xfrm>
            <a:off x="11811960" y="6525360"/>
            <a:ext cx="407160" cy="332280"/>
          </a:xfrm>
          <a:prstGeom prst="rect">
            <a:avLst/>
          </a:prstGeom>
          <a:noFill/>
          <a:ln w="0">
            <a:noFill/>
          </a:ln>
        </p:spPr>
      </p:pic>
      <p:sp>
        <p:nvSpPr>
          <p:cNvPr id="51" name="TextBox 10"/>
          <p:cNvSpPr/>
          <p:nvPr/>
        </p:nvSpPr>
        <p:spPr>
          <a:xfrm>
            <a:off x="548640" y="479160"/>
            <a:ext cx="10840320" cy="53017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800" strike="noStrike" u="none">
                <a:solidFill>
                  <a:schemeClr val="dk1"/>
                </a:solidFill>
                <a:uFillTx/>
                <a:latin typeface="Calibri"/>
              </a:rPr>
              <a:t>7. </a:t>
            </a:r>
            <a:r>
              <a:rPr b="0" lang="en-US" sz="1800" strike="noStrike" u="none">
                <a:solidFill>
                  <a:schemeClr val="dk1"/>
                </a:solidFill>
                <a:uFillTx/>
                <a:latin typeface="Calibri"/>
              </a:rPr>
              <a:t>Call the function isPalindrome(str, i, j).</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r>
              <a:rPr b="1" lang="en-US" sz="1800" strike="noStrike" u="none">
                <a:solidFill>
                  <a:schemeClr val="dk1"/>
                </a:solidFill>
                <a:uFillTx/>
                <a:latin typeface="Calibri"/>
              </a:rPr>
              <a:t>8.   </a:t>
            </a:r>
            <a:r>
              <a:rPr b="0" lang="en-US" sz="1800" strike="noStrike" u="none">
                <a:solidFill>
                  <a:schemeClr val="dk1"/>
                </a:solidFill>
                <a:uFillTx/>
                <a:latin typeface="Calibri"/>
              </a:rPr>
              <a:t>If the substring is a palindrome:</a:t>
            </a:r>
            <a:endParaRPr b="0" lang="en-US" sz="1800" strike="noStrike" u="none">
              <a:solidFill>
                <a:srgbClr val="000000"/>
              </a:solidFill>
              <a:uFillTx/>
              <a:latin typeface="Noto Sans CJK SC"/>
            </a:endParaRPr>
          </a:p>
          <a:p>
            <a:pPr lvl="1" marL="743040" indent="-285840" defTabSz="914400">
              <a:lnSpc>
                <a:spcPct val="100000"/>
              </a:lnSpc>
              <a:buFont typeface="Arial"/>
              <a:buChar char="•"/>
            </a:pPr>
            <a:r>
              <a:rPr b="0" lang="en-US" sz="1800" strike="noStrike" u="none">
                <a:solidFill>
                  <a:schemeClr val="dk1"/>
                </a:solidFill>
                <a:uFillTx/>
                <a:latin typeface="Calibri"/>
              </a:rPr>
              <a:t>  </a:t>
            </a:r>
            <a:r>
              <a:rPr b="0" lang="en-US" sz="1800" strike="noStrike" u="none">
                <a:solidFill>
                  <a:schemeClr val="dk1"/>
                </a:solidFill>
                <a:uFillTx/>
                <a:latin typeface="Calibri"/>
              </a:rPr>
              <a:t>Print the substring</a:t>
            </a:r>
            <a:endParaRPr b="0" lang="en-US" sz="1800" strike="noStrike" u="none">
              <a:solidFill>
                <a:srgbClr val="000000"/>
              </a:solidFill>
              <a:uFillTx/>
              <a:latin typeface="Noto Sans CJK SC"/>
            </a:endParaRPr>
          </a:p>
          <a:p>
            <a:pPr lvl="1" marL="743040" indent="-285840" defTabSz="914400">
              <a:lnSpc>
                <a:spcPct val="100000"/>
              </a:lnSpc>
              <a:buFont typeface="Arial"/>
              <a:buChar char="•"/>
            </a:pPr>
            <a:r>
              <a:rPr b="0" lang="en-IN" sz="1800" strike="noStrike" u="none">
                <a:solidFill>
                  <a:schemeClr val="dk1"/>
                </a:solidFill>
                <a:uFillTx/>
                <a:latin typeface="Calibri"/>
              </a:rPr>
              <a:t> </a:t>
            </a:r>
            <a:r>
              <a:rPr b="0" lang="en-IN" sz="1800" strike="noStrike" u="none">
                <a:solidFill>
                  <a:schemeClr val="dk1"/>
                </a:solidFill>
                <a:uFillTx/>
                <a:latin typeface="Calibri"/>
              </a:rPr>
              <a:t>Calculate its length. </a:t>
            </a:r>
            <a:endParaRPr b="0" lang="en-US" sz="1800" strike="noStrike" u="none">
              <a:solidFill>
                <a:srgbClr val="000000"/>
              </a:solidFill>
              <a:uFillTx/>
              <a:latin typeface="Noto Sans CJK SC"/>
            </a:endParaRPr>
          </a:p>
          <a:p>
            <a:pPr lvl="1" marL="743040" indent="-285840" defTabSz="914400">
              <a:lnSpc>
                <a:spcPct val="100000"/>
              </a:lnSpc>
              <a:buFont typeface="Arial"/>
              <a:buChar char="•"/>
            </a:pPr>
            <a:r>
              <a:rPr b="0" lang="en-US" sz="1800" strike="noStrike" u="none">
                <a:solidFill>
                  <a:schemeClr val="dk1"/>
                </a:solidFill>
                <a:uFillTx/>
                <a:latin typeface="Calibri"/>
              </a:rPr>
              <a:t> </a:t>
            </a:r>
            <a:r>
              <a:rPr b="0" lang="en-US" sz="1800" strike="noStrike" u="none">
                <a:solidFill>
                  <a:schemeClr val="dk1"/>
                </a:solidFill>
                <a:uFillTx/>
                <a:latin typeface="Calibri"/>
              </a:rPr>
              <a:t>If the length is greater than maxLength:</a:t>
            </a:r>
            <a:endParaRPr b="0" lang="en-US" sz="1800" strike="noStrike" u="none">
              <a:solidFill>
                <a:srgbClr val="000000"/>
              </a:solidFill>
              <a:uFillTx/>
              <a:latin typeface="Noto Sans CJK SC"/>
            </a:endParaRPr>
          </a:p>
          <a:p>
            <a:pPr marL="914400" defTabSz="914400">
              <a:lnSpc>
                <a:spcPct val="100000"/>
              </a:lnSpc>
            </a:pPr>
            <a:r>
              <a:rPr b="0" lang="en-IN" sz="1800" strike="noStrike" u="none">
                <a:solidFill>
                  <a:schemeClr val="dk1"/>
                </a:solidFill>
                <a:uFillTx/>
                <a:latin typeface="Calibri"/>
              </a:rPr>
              <a:t>– </a:t>
            </a:r>
            <a:r>
              <a:rPr b="0" lang="en-IN" sz="1800" strike="noStrike" u="none">
                <a:solidFill>
                  <a:schemeClr val="dk1"/>
                </a:solidFill>
                <a:uFillTx/>
                <a:latin typeface="Calibri"/>
              </a:rPr>
              <a:t>Update maxLength</a:t>
            </a:r>
            <a:endParaRPr b="0" lang="en-US" sz="1800" strike="noStrike" u="none">
              <a:solidFill>
                <a:srgbClr val="000000"/>
              </a:solidFill>
              <a:uFillTx/>
              <a:latin typeface="Noto Sans CJK SC"/>
            </a:endParaRPr>
          </a:p>
          <a:p>
            <a:pPr marL="914400" defTabSz="914400">
              <a:lnSpc>
                <a:spcPct val="100000"/>
              </a:lnSpc>
            </a:pPr>
            <a:r>
              <a:rPr b="0" lang="en-IN" sz="1800" strike="noStrike" u="none">
                <a:solidFill>
                  <a:schemeClr val="dk1"/>
                </a:solidFill>
                <a:uFillTx/>
                <a:latin typeface="Calibri"/>
              </a:rPr>
              <a:t>– </a:t>
            </a:r>
            <a:r>
              <a:rPr b="0" lang="en-IN" sz="1800" strike="noStrike" u="none">
                <a:solidFill>
                  <a:schemeClr val="dk1"/>
                </a:solidFill>
                <a:uFillTx/>
                <a:latin typeface="Calibri"/>
              </a:rPr>
              <a:t>Update startIndex</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r>
              <a:rPr b="1" lang="en-US" sz="1800" strike="noStrike" u="none">
                <a:solidFill>
                  <a:schemeClr val="dk1"/>
                </a:solidFill>
                <a:uFillTx/>
                <a:latin typeface="Calibri"/>
              </a:rPr>
              <a:t>9.   </a:t>
            </a:r>
            <a:r>
              <a:rPr b="0" lang="en-US" sz="1800" strike="noStrike" u="none">
                <a:solidFill>
                  <a:schemeClr val="dk1"/>
                </a:solidFill>
                <a:uFillTx/>
                <a:latin typeface="Calibri"/>
              </a:rPr>
              <a:t>Repeat until all substrings are checked.</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r>
              <a:rPr b="1" lang="en-US" sz="1800" strike="noStrike" u="none">
                <a:solidFill>
                  <a:schemeClr val="dk1"/>
                </a:solidFill>
                <a:uFillTx/>
                <a:latin typeface="Calibri"/>
              </a:rPr>
              <a:t>10. </a:t>
            </a:r>
            <a:r>
              <a:rPr b="0" lang="en-IN" sz="1800" strike="noStrike" u="none">
                <a:solidFill>
                  <a:schemeClr val="dk1"/>
                </a:solidFill>
                <a:uFillTx/>
                <a:latin typeface="Calibri"/>
              </a:rPr>
              <a:t>If maxLength &gt; 0:</a:t>
            </a:r>
            <a:endParaRPr b="0" lang="en-US" sz="1800" strike="noStrike" u="none">
              <a:solidFill>
                <a:srgbClr val="000000"/>
              </a:solidFill>
              <a:uFillTx/>
              <a:latin typeface="Noto Sans CJK SC"/>
            </a:endParaRPr>
          </a:p>
          <a:p>
            <a:pPr lvl="1" marL="743040" indent="-285840" defTabSz="914400">
              <a:lnSpc>
                <a:spcPct val="100000"/>
              </a:lnSpc>
              <a:buFont typeface="Arial"/>
              <a:buChar char="•"/>
            </a:pPr>
            <a:r>
              <a:rPr b="0" lang="en-IN" sz="1800" strike="noStrike" u="none">
                <a:solidFill>
                  <a:schemeClr val="dk1"/>
                </a:solidFill>
                <a:uFillTx/>
                <a:latin typeface="Calibri"/>
              </a:rPr>
              <a:t> </a:t>
            </a:r>
            <a:r>
              <a:rPr b="0" lang="en-IN" sz="1800" strike="noStrike" u="none">
                <a:solidFill>
                  <a:schemeClr val="dk1"/>
                </a:solidFill>
                <a:uFillTx/>
                <a:latin typeface="Calibri"/>
              </a:rPr>
              <a:t>Print the longest palindrome</a:t>
            </a:r>
            <a:endParaRPr b="0" lang="en-US" sz="1800" strike="noStrike" u="none">
              <a:solidFill>
                <a:srgbClr val="000000"/>
              </a:solidFill>
              <a:uFillTx/>
              <a:latin typeface="Noto Sans CJK SC"/>
            </a:endParaRPr>
          </a:p>
          <a:p>
            <a:pPr lvl="1" marL="743040" indent="-285840" defTabSz="914400">
              <a:lnSpc>
                <a:spcPct val="100000"/>
              </a:lnSpc>
              <a:buFont typeface="Arial"/>
              <a:buChar char="•"/>
            </a:pPr>
            <a:r>
              <a:rPr b="0" lang="en-IN" sz="1800" strike="noStrike" u="none">
                <a:solidFill>
                  <a:schemeClr val="dk1"/>
                </a:solidFill>
                <a:uFillTx/>
                <a:latin typeface="Calibri"/>
              </a:rPr>
              <a:t>Print “No palindrome found</a:t>
            </a:r>
            <a:endParaRPr b="0" lang="en-US" sz="1800" strike="noStrike" u="none">
              <a:solidFill>
                <a:srgbClr val="000000"/>
              </a:solidFill>
              <a:uFillTx/>
              <a:latin typeface="Noto Sans CJK SC"/>
            </a:endParaRPr>
          </a:p>
          <a:p>
            <a:pPr defTabSz="914400">
              <a:lnSpc>
                <a:spcPct val="100000"/>
              </a:lnSpc>
            </a:pPr>
            <a:r>
              <a:rPr b="1" lang="en-IN" sz="1800" strike="noStrike" u="none">
                <a:solidFill>
                  <a:schemeClr val="dk1"/>
                </a:solidFill>
                <a:uFillTx/>
                <a:latin typeface="Calibri"/>
              </a:rPr>
              <a:t>11.</a:t>
            </a:r>
            <a:r>
              <a:rPr b="0" lang="en-IN" sz="1800" strike="noStrike" u="none">
                <a:solidFill>
                  <a:schemeClr val="dk1"/>
                </a:solidFill>
                <a:uFillTx/>
                <a:latin typeface="Calibri"/>
              </a:rPr>
              <a:t>Otherwise:</a:t>
            </a:r>
            <a:endParaRPr b="0" lang="en-US" sz="1800" strike="noStrike" u="none">
              <a:solidFill>
                <a:srgbClr val="000000"/>
              </a:solidFill>
              <a:uFillTx/>
              <a:latin typeface="Noto Sans CJK SC"/>
            </a:endParaRPr>
          </a:p>
          <a:p>
            <a:pPr lvl="1" marL="743040" indent="-285840" defTabSz="914400">
              <a:lnSpc>
                <a:spcPct val="100000"/>
              </a:lnSpc>
              <a:buFont typeface="Arial"/>
              <a:buChar char="•"/>
            </a:pPr>
            <a:r>
              <a:rPr b="0" lang="en-IN" sz="1800" strike="noStrike" u="none">
                <a:solidFill>
                  <a:schemeClr val="dk1"/>
                </a:solidFill>
                <a:uFillTx/>
                <a:latin typeface="Calibri"/>
              </a:rPr>
              <a:t>Print “No palindrome found”.</a:t>
            </a:r>
            <a:endParaRPr b="0" lang="en-US" sz="1800" strike="noStrike" u="none">
              <a:solidFill>
                <a:srgbClr val="000000"/>
              </a:solidFill>
              <a:uFillTx/>
              <a:latin typeface="Noto Sans CJK SC"/>
            </a:endParaRPr>
          </a:p>
          <a:p>
            <a:pPr defTabSz="914400">
              <a:lnSpc>
                <a:spcPct val="100000"/>
              </a:lnSpc>
            </a:pPr>
            <a:r>
              <a:rPr b="1" lang="en-US" sz="1800" strike="noStrike" u="none">
                <a:solidFill>
                  <a:schemeClr val="dk1"/>
                </a:solidFill>
                <a:uFillTx/>
                <a:latin typeface="Calibri"/>
              </a:rPr>
              <a:t>12.</a:t>
            </a:r>
            <a:r>
              <a:rPr b="0" lang="en-US" sz="1800" strike="noStrike" u="none">
                <a:solidFill>
                  <a:schemeClr val="dk1"/>
                </a:solidFill>
                <a:uFillTx/>
                <a:latin typeface="Calibri"/>
              </a:rPr>
              <a:t> Stop thr program.</a:t>
            </a:r>
            <a:endParaRPr b="0" lang="en-US" sz="1800" strike="noStrike" u="none">
              <a:solidFill>
                <a:srgbClr val="000000"/>
              </a:solidFill>
              <a:uFillTx/>
              <a:latin typeface="Noto Sans CJK SC"/>
            </a:endParaRPr>
          </a:p>
          <a:p>
            <a:pPr defTabSz="914400">
              <a:lnSpc>
                <a:spcPct val="100000"/>
              </a:lnSpc>
            </a:pPr>
            <a:r>
              <a:rPr b="0" lang="en-US" sz="1800" strike="noStrike" u="none">
                <a:solidFill>
                  <a:schemeClr val="dk1"/>
                </a:solidFill>
                <a:uFillTx/>
                <a:latin typeface="Calibri"/>
              </a:rPr>
              <a:t>       </a:t>
            </a:r>
            <a:r>
              <a:rPr b="0" lang="en-US" sz="1800" strike="noStrike" u="none">
                <a:solidFill>
                  <a:schemeClr val="dk1"/>
                </a:solidFill>
                <a:uFillTx/>
                <a:latin typeface="Calibri"/>
              </a:rPr>
              <a:t>algorithm</a:t>
            </a:r>
            <a:endParaRPr b="0" lang="en-US" sz="1800" strike="noStrike" u="none">
              <a:solidFill>
                <a:srgbClr val="000000"/>
              </a:solidFill>
              <a:uFillTx/>
              <a:latin typeface="Noto Sans CJK SC"/>
            </a:endParaRPr>
          </a:p>
          <a:p>
            <a:pPr defTabSz="914400">
              <a:lnSpc>
                <a:spcPct val="100000"/>
              </a:lnSpc>
            </a:pPr>
            <a:r>
              <a:rPr b="0" lang="en-IN" sz="1800" strike="noStrike" u="none">
                <a:solidFill>
                  <a:schemeClr val="dk1"/>
                </a:solidFill>
                <a:uFillTx/>
                <a:latin typeface="Calibri"/>
              </a:rPr>
              <a:t> </a:t>
            </a:r>
            <a:endParaRPr b="0" lang="en-US" sz="1800" strike="noStrike" u="none">
              <a:solidFill>
                <a:srgbClr val="000000"/>
              </a:solidFill>
              <a:uFillTx/>
              <a:latin typeface="Noto Sans CJK SC"/>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0" y="0"/>
            <a:ext cx="11353320" cy="451440"/>
          </a:xfrm>
          <a:prstGeom prst="rect">
            <a:avLst/>
          </a:prstGeom>
          <a:noFill/>
          <a:ln w="0">
            <a:noFill/>
          </a:ln>
        </p:spPr>
        <p:txBody>
          <a:bodyPr lIns="91440" rIns="91440" tIns="45720" bIns="45720" anchor="ctr">
            <a:normAutofit fontScale="90000"/>
          </a:bodyPr>
          <a:p>
            <a:pPr indent="0">
              <a:buNone/>
            </a:pPr>
            <a:endParaRPr b="0" lang="en-US" sz="4400" strike="noStrike" u="none">
              <a:solidFill>
                <a:schemeClr val="dk1"/>
              </a:solidFill>
              <a:uFillTx/>
              <a:latin typeface="Calibri Light"/>
            </a:endParaRPr>
          </a:p>
        </p:txBody>
      </p:sp>
      <p:pic>
        <p:nvPicPr>
          <p:cNvPr id="53" name="Content Placeholder 3" descr=""/>
          <p:cNvPicPr/>
          <p:nvPr/>
        </p:nvPicPr>
        <p:blipFill>
          <a:blip r:embed="rId1"/>
          <a:stretch/>
        </p:blipFill>
        <p:spPr>
          <a:xfrm>
            <a:off x="4375440" y="1825560"/>
            <a:ext cx="3440520" cy="4350960"/>
          </a:xfrm>
          <a:prstGeom prst="rect">
            <a:avLst/>
          </a:prstGeom>
          <a:noFill/>
          <a:ln w="0">
            <a:noFill/>
          </a:ln>
          <a:scene3d>
            <a:camera prst="orthographicFront">
              <a:rot lat="0" lon="0" rev="0"/>
            </a:camera>
            <a:lightRig dir="t" rig="chilly">
              <a:rot lat="0" lon="0" rev="18480000"/>
            </a:lightRig>
          </a:scene3d>
          <a:sp3d prstMaterial="clear">
            <a:bevelT h="63500"/>
          </a:sp3d>
        </p:spPr>
      </p:pic>
      <p:sp>
        <p:nvSpPr>
          <p:cNvPr id="54" name="Rectangle 4"/>
          <p:cNvSpPr/>
          <p:nvPr/>
        </p:nvSpPr>
        <p:spPr>
          <a:xfrm>
            <a:off x="-11160" y="-27360"/>
            <a:ext cx="12216240" cy="460440"/>
          </a:xfrm>
          <a:prstGeom prst="rect">
            <a:avLst/>
          </a:prstGeom>
          <a:solidFill>
            <a:srgbClr val="ffc00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endParaRPr b="0" lang="en-GB" sz="3600" strike="noStrike" u="none">
              <a:solidFill>
                <a:srgbClr val="002060"/>
              </a:solidFill>
              <a:uFillTx/>
              <a:latin typeface="Berlin Sans FB Demi"/>
            </a:endParaRPr>
          </a:p>
        </p:txBody>
      </p:sp>
      <p:sp>
        <p:nvSpPr>
          <p:cNvPr id="55" name="Rectangle 5"/>
          <p:cNvSpPr/>
          <p:nvPr/>
        </p:nvSpPr>
        <p:spPr>
          <a:xfrm>
            <a:off x="-11160" y="6525360"/>
            <a:ext cx="11809080" cy="330120"/>
          </a:xfrm>
          <a:prstGeom prst="rect">
            <a:avLst/>
          </a:prstGeom>
          <a:solidFill>
            <a:srgbClr val="00206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lt1"/>
                </a:solidFill>
                <a:uFillTx/>
                <a:latin typeface="Bahnschrift"/>
                <a:ea typeface="新細明體"/>
              </a:rPr>
              <a:t>7</a:t>
            </a:r>
            <a:endParaRPr b="0" lang="en-US" sz="1400" strike="noStrike" u="none">
              <a:solidFill>
                <a:srgbClr val="ffffff"/>
              </a:solidFill>
              <a:uFillTx/>
              <a:latin typeface="Noto Sans CJK SC"/>
            </a:endParaRPr>
          </a:p>
        </p:txBody>
      </p:sp>
      <p:pic>
        <p:nvPicPr>
          <p:cNvPr id="56" name="Picture 6" descr=""/>
          <p:cNvPicPr/>
          <p:nvPr/>
        </p:nvPicPr>
        <p:blipFill>
          <a:blip r:embed="rId2"/>
          <a:stretch/>
        </p:blipFill>
        <p:spPr>
          <a:xfrm>
            <a:off x="11811960" y="6525360"/>
            <a:ext cx="407160" cy="332280"/>
          </a:xfrm>
          <a:prstGeom prst="rect">
            <a:avLst/>
          </a:prstGeom>
          <a:noFill/>
          <a:ln w="0">
            <a:noFill/>
          </a:ln>
        </p:spPr>
      </p:pic>
      <p:sp>
        <p:nvSpPr>
          <p:cNvPr id="57" name="TextBox 7"/>
          <p:cNvSpPr/>
          <p:nvPr/>
        </p:nvSpPr>
        <p:spPr>
          <a:xfrm>
            <a:off x="879480" y="326880"/>
            <a:ext cx="9594360" cy="61556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800" strike="noStrike" u="none">
                <a:solidFill>
                  <a:schemeClr val="dk1"/>
                </a:solidFill>
                <a:uFillTx/>
                <a:latin typeface="Calibri"/>
              </a:rPr>
              <a:t>Algorithm 3: Naive Pattern Searching</a:t>
            </a:r>
            <a:endParaRPr b="0" lang="en-US" sz="2800" strike="noStrike" u="none">
              <a:solidFill>
                <a:srgbClr val="000000"/>
              </a:solidFill>
              <a:uFillTx/>
              <a:latin typeface="Noto Sans CJK SC"/>
            </a:endParaRPr>
          </a:p>
          <a:p>
            <a:pPr defTabSz="914400">
              <a:lnSpc>
                <a:spcPct val="100000"/>
              </a:lnSpc>
            </a:pPr>
            <a:endParaRPr b="0" lang="en-US" sz="2800" strike="noStrike" u="none">
              <a:solidFill>
                <a:srgbClr val="000000"/>
              </a:solidFill>
              <a:uFillTx/>
              <a:latin typeface="Noto Sans CJK SC"/>
            </a:endParaRPr>
          </a:p>
          <a:p>
            <a:pPr marL="343080" indent="-343080" defTabSz="914400">
              <a:lnSpc>
                <a:spcPct val="100000"/>
              </a:lnSpc>
              <a:buFont typeface="Calibri Light"/>
              <a:buAutoNum type="arabicPeriod"/>
            </a:pPr>
            <a:r>
              <a:rPr b="0" lang="en-US" sz="1800" strike="noStrike" u="none">
                <a:solidFill>
                  <a:schemeClr val="dk1"/>
                </a:solidFill>
                <a:uFillTx/>
                <a:latin typeface="Calibri"/>
              </a:rPr>
              <a:t>Start the program.</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marL="343080" indent="-343080" defTabSz="914400">
              <a:lnSpc>
                <a:spcPct val="100000"/>
              </a:lnSpc>
              <a:buFont typeface="Calibri Light"/>
              <a:buAutoNum type="arabicPeriod"/>
            </a:pPr>
            <a:r>
              <a:rPr b="0" lang="en-US" sz="1800" strike="noStrike" u="none">
                <a:solidFill>
                  <a:schemeClr val="dk1"/>
                </a:solidFill>
                <a:uFillTx/>
                <a:latin typeface="Calibri"/>
              </a:rPr>
              <a:t>Read the input text string.</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marL="343080" indent="-343080" defTabSz="914400">
              <a:lnSpc>
                <a:spcPct val="100000"/>
              </a:lnSpc>
              <a:buFont typeface="Calibri Light"/>
              <a:buAutoNum type="arabicPeriod"/>
            </a:pPr>
            <a:r>
              <a:rPr b="0" lang="en-US" sz="1800" strike="noStrike" u="none">
                <a:solidFill>
                  <a:schemeClr val="dk1"/>
                </a:solidFill>
                <a:uFillTx/>
                <a:latin typeface="Calibri"/>
              </a:rPr>
              <a:t>Read the pattern string.</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marL="343080" indent="-343080" defTabSz="914400">
              <a:lnSpc>
                <a:spcPct val="100000"/>
              </a:lnSpc>
              <a:buFont typeface="Calibri Light"/>
              <a:buAutoNum type="arabicPeriod"/>
            </a:pPr>
            <a:r>
              <a:rPr b="0" lang="en-US" sz="1800" strike="noStrike" u="none">
                <a:solidFill>
                  <a:schemeClr val="dk1"/>
                </a:solidFill>
                <a:uFillTx/>
                <a:latin typeface="Calibri"/>
              </a:rPr>
              <a:t>Calculate:</a:t>
            </a:r>
            <a:endParaRPr b="0" lang="en-US" sz="1800" strike="noStrike" u="none">
              <a:solidFill>
                <a:srgbClr val="000000"/>
              </a:solidFill>
              <a:uFillTx/>
              <a:latin typeface="Noto Sans CJK SC"/>
            </a:endParaRPr>
          </a:p>
          <a:p>
            <a:pPr lvl="1" marL="743040" indent="-285840" defTabSz="914400">
              <a:lnSpc>
                <a:spcPct val="100000"/>
              </a:lnSpc>
              <a:buFont typeface="Arial"/>
              <a:buChar char="•"/>
            </a:pPr>
            <a:r>
              <a:rPr b="0" lang="en-US" sz="1800" strike="noStrike" u="none">
                <a:solidFill>
                  <a:schemeClr val="dk1"/>
                </a:solidFill>
                <a:uFillTx/>
                <a:latin typeface="Calibri"/>
              </a:rPr>
              <a:t>Length of text = n</a:t>
            </a:r>
            <a:endParaRPr b="0" lang="en-US" sz="1800" strike="noStrike" u="none">
              <a:solidFill>
                <a:srgbClr val="000000"/>
              </a:solidFill>
              <a:uFillTx/>
              <a:latin typeface="Noto Sans CJK SC"/>
            </a:endParaRPr>
          </a:p>
          <a:p>
            <a:pPr lvl="1" marL="743040" indent="-285840" defTabSz="914400">
              <a:lnSpc>
                <a:spcPct val="100000"/>
              </a:lnSpc>
              <a:buFont typeface="Arial"/>
              <a:buChar char="•"/>
            </a:pPr>
            <a:r>
              <a:rPr b="0" lang="en-US" sz="1800" strike="noStrike" u="none">
                <a:solidFill>
                  <a:schemeClr val="dk1"/>
                </a:solidFill>
                <a:uFillTx/>
                <a:latin typeface="Calibri"/>
              </a:rPr>
              <a:t>Length of pattern = m</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marL="343080" indent="-343080" defTabSz="914400">
              <a:lnSpc>
                <a:spcPct val="100000"/>
              </a:lnSpc>
              <a:buFont typeface="Calibri Light"/>
              <a:buAutoNum type="arabicPeriod"/>
            </a:pPr>
            <a:r>
              <a:rPr b="0" lang="en-US" sz="1800" strike="noStrike" u="none">
                <a:solidFill>
                  <a:schemeClr val="dk1"/>
                </a:solidFill>
                <a:uFillTx/>
                <a:latin typeface="Calibri"/>
              </a:rPr>
              <a:t>Initialize a variable found = 0.</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marL="343080" indent="-343080" defTabSz="914400">
              <a:lnSpc>
                <a:spcPct val="100000"/>
              </a:lnSpc>
              <a:buFont typeface="Calibri Light"/>
              <a:buAutoNum type="arabicPeriod"/>
            </a:pPr>
            <a:r>
              <a:rPr b="0" lang="en-US" sz="1800" strike="noStrike" u="none">
                <a:solidFill>
                  <a:schemeClr val="dk1"/>
                </a:solidFill>
                <a:uFillTx/>
                <a:latin typeface="Calibri"/>
              </a:rPr>
              <a:t>Traverse the text from index 0 to n-m</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marL="343080" indent="-343080" defTabSz="914400">
              <a:lnSpc>
                <a:spcPct val="100000"/>
              </a:lnSpc>
              <a:buFont typeface="Calibri Light"/>
              <a:buAutoNum type="arabicPeriod"/>
            </a:pPr>
            <a:r>
              <a:rPr b="0" lang="en-US" sz="1800" strike="noStrike" u="none">
                <a:solidFill>
                  <a:schemeClr val="dk1"/>
                </a:solidFill>
                <a:uFillTx/>
                <a:latin typeface="Calibri"/>
              </a:rPr>
              <a:t>For each position:</a:t>
            </a:r>
            <a:endParaRPr b="0" lang="en-US" sz="1800" strike="noStrike" u="none">
              <a:solidFill>
                <a:srgbClr val="000000"/>
              </a:solidFill>
              <a:uFillTx/>
              <a:latin typeface="Noto Sans CJK SC"/>
            </a:endParaRPr>
          </a:p>
          <a:p>
            <a:pPr lvl="1" marL="743040" indent="-285840" defTabSz="914400">
              <a:lnSpc>
                <a:spcPct val="100000"/>
              </a:lnSpc>
              <a:buFont typeface="Arial"/>
              <a:buChar char="•"/>
            </a:pPr>
            <a:r>
              <a:rPr b="0" lang="en-US" sz="1800" strike="noStrike" u="none">
                <a:solidFill>
                  <a:schemeClr val="dk1"/>
                </a:solidFill>
                <a:uFillTx/>
                <a:latin typeface="Calibri"/>
              </a:rPr>
              <a:t>Compare the pattern characters with the corresponding text characters.</a:t>
            </a:r>
            <a:endParaRPr b="0" lang="en-US" sz="1800" strike="noStrike" u="none">
              <a:solidFill>
                <a:srgbClr val="000000"/>
              </a:solidFill>
              <a:uFillTx/>
              <a:latin typeface="Noto Sans CJK SC"/>
            </a:endParaRPr>
          </a:p>
          <a:p>
            <a:pPr marL="343080" indent="-343080" defTabSz="914400">
              <a:lnSpc>
                <a:spcPct val="100000"/>
              </a:lnSpc>
              <a:buFont typeface="Calibri Light"/>
              <a:buAutoNum type="arabicPeriod"/>
            </a:pPr>
            <a:r>
              <a:rPr b="0" lang="en-US" sz="1800" strike="noStrike" u="none">
                <a:solidFill>
                  <a:schemeClr val="dk1"/>
                </a:solidFill>
                <a:uFillTx/>
                <a:latin typeface="Calibri"/>
              </a:rPr>
              <a:t>If all characters match:</a:t>
            </a:r>
            <a:endParaRPr b="0" lang="en-US" sz="1800" strike="noStrike" u="none">
              <a:solidFill>
                <a:srgbClr val="000000"/>
              </a:solidFill>
              <a:uFillTx/>
              <a:latin typeface="Noto Sans CJK SC"/>
            </a:endParaRPr>
          </a:p>
          <a:p>
            <a:pPr lvl="1" marL="743040" indent="-285840" defTabSz="914400">
              <a:lnSpc>
                <a:spcPct val="100000"/>
              </a:lnSpc>
              <a:buFont typeface="Arial"/>
              <a:buChar char="•"/>
            </a:pPr>
            <a:r>
              <a:rPr b="0" lang="en-US" sz="1800" strike="noStrike" u="none">
                <a:solidFill>
                  <a:schemeClr val="dk1"/>
                </a:solidFill>
                <a:uFillTx/>
                <a:latin typeface="Calibri"/>
              </a:rPr>
              <a:t>Print the starting index of the pattern. </a:t>
            </a:r>
            <a:endParaRPr b="0" lang="en-US" sz="1800" strike="noStrike" u="none">
              <a:solidFill>
                <a:srgbClr val="000000"/>
              </a:solidFill>
              <a:uFillTx/>
              <a:latin typeface="Noto Sans CJK SC"/>
            </a:endParaRPr>
          </a:p>
          <a:p>
            <a:pPr lvl="1" marL="743040" indent="-285840" defTabSz="914400">
              <a:lnSpc>
                <a:spcPct val="100000"/>
              </a:lnSpc>
              <a:buFont typeface="Arial"/>
              <a:buChar char="•"/>
            </a:pPr>
            <a:r>
              <a:rPr b="0" lang="en-US" sz="1800" strike="noStrike" u="none">
                <a:solidFill>
                  <a:schemeClr val="dk1"/>
                </a:solidFill>
                <a:uFillTx/>
                <a:latin typeface="Calibri"/>
              </a:rPr>
              <a:t>Set found = 1.</a:t>
            </a:r>
            <a:endParaRPr b="0" lang="en-US" sz="1800" strike="noStrike" u="none">
              <a:solidFill>
                <a:srgbClr val="000000"/>
              </a:solidFill>
              <a:uFillTx/>
              <a:latin typeface="Noto Sans CJK SC"/>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0" y="0"/>
            <a:ext cx="12191760" cy="440640"/>
          </a:xfrm>
          <a:prstGeom prst="rect">
            <a:avLst/>
          </a:prstGeom>
          <a:noFill/>
          <a:ln w="0">
            <a:noFill/>
          </a:ln>
        </p:spPr>
        <p:txBody>
          <a:bodyPr lIns="91440" rIns="91440" tIns="45720" bIns="45720" anchor="ctr">
            <a:normAutofit fontScale="90000"/>
          </a:bodyPr>
          <a:p>
            <a:pPr indent="0">
              <a:buNone/>
            </a:pPr>
            <a:endParaRPr b="0" lang="en-US" sz="4400" strike="noStrike" u="none">
              <a:solidFill>
                <a:schemeClr val="dk1"/>
              </a:solidFill>
              <a:uFillTx/>
              <a:latin typeface="Calibri Light"/>
            </a:endParaRPr>
          </a:p>
        </p:txBody>
      </p:sp>
      <p:pic>
        <p:nvPicPr>
          <p:cNvPr id="59" name="Content Placeholder 3" descr=""/>
          <p:cNvPicPr/>
          <p:nvPr/>
        </p:nvPicPr>
        <p:blipFill>
          <a:blip r:embed="rId1"/>
          <a:stretch/>
        </p:blipFill>
        <p:spPr>
          <a:xfrm>
            <a:off x="4375440" y="1825560"/>
            <a:ext cx="3440520" cy="4350960"/>
          </a:xfrm>
          <a:prstGeom prst="rect">
            <a:avLst/>
          </a:prstGeom>
          <a:noFill/>
          <a:ln w="0">
            <a:noFill/>
          </a:ln>
          <a:scene3d>
            <a:camera prst="orthographicFront">
              <a:rot lat="0" lon="0" rev="0"/>
            </a:camera>
            <a:lightRig dir="t" rig="chilly">
              <a:rot lat="0" lon="0" rev="18480000"/>
            </a:lightRig>
          </a:scene3d>
          <a:sp3d prstMaterial="clear">
            <a:bevelT h="63500"/>
          </a:sp3d>
        </p:spPr>
      </p:pic>
      <p:sp>
        <p:nvSpPr>
          <p:cNvPr id="60" name="Rectangle 4"/>
          <p:cNvSpPr/>
          <p:nvPr/>
        </p:nvSpPr>
        <p:spPr>
          <a:xfrm>
            <a:off x="-11160" y="-27360"/>
            <a:ext cx="12216240" cy="460440"/>
          </a:xfrm>
          <a:prstGeom prst="rect">
            <a:avLst/>
          </a:prstGeom>
          <a:solidFill>
            <a:srgbClr val="ffc00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endParaRPr b="0" lang="en-GB" sz="3600" strike="noStrike" u="none">
              <a:solidFill>
                <a:srgbClr val="002060"/>
              </a:solidFill>
              <a:uFillTx/>
              <a:latin typeface="Berlin Sans FB Demi"/>
            </a:endParaRPr>
          </a:p>
        </p:txBody>
      </p:sp>
      <p:sp>
        <p:nvSpPr>
          <p:cNvPr id="61" name="Rectangle 5"/>
          <p:cNvSpPr/>
          <p:nvPr/>
        </p:nvSpPr>
        <p:spPr>
          <a:xfrm>
            <a:off x="-11160" y="6525360"/>
            <a:ext cx="11809080" cy="330120"/>
          </a:xfrm>
          <a:prstGeom prst="rect">
            <a:avLst/>
          </a:prstGeom>
          <a:solidFill>
            <a:srgbClr val="00206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lt1"/>
                </a:solidFill>
                <a:uFillTx/>
                <a:latin typeface="Bahnschrift"/>
                <a:ea typeface="新細明體"/>
              </a:rPr>
              <a:t>8</a:t>
            </a:r>
            <a:endParaRPr b="0" lang="en-US" sz="1400" strike="noStrike" u="none">
              <a:solidFill>
                <a:srgbClr val="ffffff"/>
              </a:solidFill>
              <a:uFillTx/>
              <a:latin typeface="Noto Sans CJK SC"/>
            </a:endParaRPr>
          </a:p>
        </p:txBody>
      </p:sp>
      <p:pic>
        <p:nvPicPr>
          <p:cNvPr id="62" name="Picture 6" descr=""/>
          <p:cNvPicPr/>
          <p:nvPr/>
        </p:nvPicPr>
        <p:blipFill>
          <a:blip r:embed="rId2"/>
          <a:stretch/>
        </p:blipFill>
        <p:spPr>
          <a:xfrm>
            <a:off x="11811960" y="6525360"/>
            <a:ext cx="407160" cy="332280"/>
          </a:xfrm>
          <a:prstGeom prst="rect">
            <a:avLst/>
          </a:prstGeom>
          <a:noFill/>
          <a:ln w="0">
            <a:noFill/>
          </a:ln>
        </p:spPr>
      </p:pic>
      <p:sp>
        <p:nvSpPr>
          <p:cNvPr id="63" name="TextBox 7"/>
          <p:cNvSpPr/>
          <p:nvPr/>
        </p:nvSpPr>
        <p:spPr>
          <a:xfrm>
            <a:off x="294480" y="781560"/>
            <a:ext cx="11516760" cy="5607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800" strike="noStrike" u="none">
                <a:solidFill>
                  <a:schemeClr val="dk1"/>
                </a:solidFill>
                <a:uFillTx/>
                <a:latin typeface="Calibri"/>
              </a:rPr>
              <a:t>9. Continue searching until the end of the text.</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r>
              <a:rPr b="0" lang="en-US" sz="1800" strike="noStrike" u="none">
                <a:solidFill>
                  <a:schemeClr val="dk1"/>
                </a:solidFill>
                <a:uFillTx/>
                <a:latin typeface="Calibri"/>
              </a:rPr>
              <a:t>10. If no match is found:</a:t>
            </a:r>
            <a:endParaRPr b="0" lang="en-US" sz="1800" strike="noStrike" u="none">
              <a:solidFill>
                <a:srgbClr val="000000"/>
              </a:solidFill>
              <a:uFillTx/>
              <a:latin typeface="Noto Sans CJK SC"/>
            </a:endParaRPr>
          </a:p>
          <a:p>
            <a:pPr defTabSz="914400">
              <a:lnSpc>
                <a:spcPct val="100000"/>
              </a:lnSpc>
            </a:pPr>
            <a:r>
              <a:rPr b="0" lang="en-IN" sz="1800" strike="noStrike" u="none">
                <a:solidFill>
                  <a:schemeClr val="dk1"/>
                </a:solidFill>
                <a:uFillTx/>
                <a:latin typeface="Calibri"/>
              </a:rPr>
              <a:t>      • </a:t>
            </a:r>
            <a:r>
              <a:rPr b="0" lang="en-IN" sz="1800" strike="noStrike" u="none">
                <a:solidFill>
                  <a:schemeClr val="dk1"/>
                </a:solidFill>
                <a:uFillTx/>
                <a:latin typeface="Calibri"/>
              </a:rPr>
              <a:t>Print “None”.</a:t>
            </a:r>
            <a:endParaRPr b="0" lang="en-US" sz="1800" strike="noStrike" u="none">
              <a:solidFill>
                <a:srgbClr val="000000"/>
              </a:solidFill>
              <a:uFillTx/>
              <a:latin typeface="Noto Sans CJK SC"/>
            </a:endParaRPr>
          </a:p>
          <a:p>
            <a:pPr defTabSz="914400">
              <a:lnSpc>
                <a:spcPct val="100000"/>
              </a:lnSpc>
            </a:pPr>
            <a:r>
              <a:rPr b="0" lang="en-IN" sz="1800" strike="noStrike" u="none">
                <a:solidFill>
                  <a:schemeClr val="dk1"/>
                </a:solidFill>
                <a:uFillTx/>
                <a:latin typeface="Calibri"/>
              </a:rPr>
              <a:t>11. Stop the program.</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marL="457200" indent="-457200" defTabSz="914400">
              <a:lnSpc>
                <a:spcPct val="100000"/>
              </a:lnSpc>
              <a:buFont typeface="Wingdings" charset="2"/>
              <a:buChar char=""/>
            </a:pPr>
            <a:r>
              <a:rPr b="1" lang="en-IN" sz="2800" strike="noStrike" u="none">
                <a:solidFill>
                  <a:schemeClr val="dk1"/>
                </a:solidFill>
                <a:uFillTx/>
                <a:latin typeface="Calibri"/>
              </a:rPr>
              <a:t>Time Complexity:</a:t>
            </a:r>
            <a:endParaRPr b="0" lang="en-US" sz="2800" strike="noStrike" u="none">
              <a:solidFill>
                <a:srgbClr val="000000"/>
              </a:solidFill>
              <a:uFillTx/>
              <a:latin typeface="Noto Sans CJK SC"/>
            </a:endParaRPr>
          </a:p>
          <a:p>
            <a:pPr marL="457200" defTabSz="914400">
              <a:lnSpc>
                <a:spcPct val="100000"/>
              </a:lnSpc>
            </a:pPr>
            <a:r>
              <a:rPr b="0" lang="en-IN" sz="1800" strike="noStrike" u="none">
                <a:solidFill>
                  <a:schemeClr val="dk1"/>
                </a:solidFill>
                <a:uFillTx/>
                <a:latin typeface="Calibri"/>
              </a:rPr>
              <a:t>• </a:t>
            </a:r>
            <a:r>
              <a:rPr b="0" lang="en-IN" sz="1800" strike="noStrike" u="none">
                <a:solidFill>
                  <a:schemeClr val="dk1"/>
                </a:solidFill>
                <a:uFillTx/>
                <a:latin typeface="Calibri"/>
              </a:rPr>
              <a:t>Palindrome Checking: O(n)</a:t>
            </a:r>
            <a:endParaRPr b="0" lang="en-US" sz="1800" strike="noStrike" u="none">
              <a:solidFill>
                <a:srgbClr val="000000"/>
              </a:solidFill>
              <a:uFillTx/>
              <a:latin typeface="Noto Sans CJK SC"/>
            </a:endParaRPr>
          </a:p>
          <a:p>
            <a:pPr marL="457200" defTabSz="914400">
              <a:lnSpc>
                <a:spcPct val="100000"/>
              </a:lnSpc>
            </a:pPr>
            <a:r>
              <a:rPr b="0" lang="en-IN" sz="1800" strike="noStrike" u="none">
                <a:solidFill>
                  <a:schemeClr val="dk1"/>
                </a:solidFill>
                <a:uFillTx/>
                <a:latin typeface="Calibri"/>
              </a:rPr>
              <a:t>• </a:t>
            </a:r>
            <a:r>
              <a:rPr b="0" lang="en-IN" sz="1800" strike="noStrike" u="none">
                <a:solidFill>
                  <a:schemeClr val="dk1"/>
                </a:solidFill>
                <a:uFillTx/>
                <a:latin typeface="Calibri"/>
              </a:rPr>
              <a:t>Finding All Palindromic Substrings: O(n3)</a:t>
            </a:r>
            <a:endParaRPr b="0" lang="en-US" sz="1800" strike="noStrike" u="none">
              <a:solidFill>
                <a:srgbClr val="000000"/>
              </a:solidFill>
              <a:uFillTx/>
              <a:latin typeface="Noto Sans CJK SC"/>
            </a:endParaRPr>
          </a:p>
          <a:p>
            <a:pPr marL="457200" defTabSz="914400">
              <a:lnSpc>
                <a:spcPct val="100000"/>
              </a:lnSpc>
            </a:pPr>
            <a:r>
              <a:rPr b="0" lang="en-US" sz="1800" strike="noStrike" u="none">
                <a:solidFill>
                  <a:schemeClr val="dk1"/>
                </a:solidFill>
                <a:uFillTx/>
                <a:latin typeface="Calibri"/>
              </a:rPr>
              <a:t>• </a:t>
            </a:r>
            <a:r>
              <a:rPr b="0" lang="en-US" sz="1800" strike="noStrike" u="none">
                <a:solidFill>
                  <a:schemeClr val="dk1"/>
                </a:solidFill>
                <a:uFillTx/>
                <a:latin typeface="Calibri"/>
              </a:rPr>
              <a:t>Pattern Searching (Naive Method): O(n × m)</a:t>
            </a:r>
            <a:endParaRPr b="0" lang="en-US" sz="1800" strike="noStrike" u="none">
              <a:solidFill>
                <a:srgbClr val="000000"/>
              </a:solidFill>
              <a:uFillTx/>
              <a:latin typeface="Noto Sans CJK SC"/>
            </a:endParaRPr>
          </a:p>
          <a:p>
            <a:pPr marL="457200" defTabSz="914400">
              <a:lnSpc>
                <a:spcPct val="100000"/>
              </a:lnSpc>
            </a:pPr>
            <a:r>
              <a:rPr b="0" lang="en-IN" sz="1800" strike="noStrike" u="none">
                <a:solidFill>
                  <a:schemeClr val="dk1"/>
                </a:solidFill>
                <a:uFillTx/>
                <a:latin typeface="Calibri"/>
              </a:rPr>
              <a:t>where:</a:t>
            </a:r>
            <a:endParaRPr b="0" lang="en-US" sz="1800" strike="noStrike" u="none">
              <a:solidFill>
                <a:srgbClr val="000000"/>
              </a:solidFill>
              <a:uFillTx/>
              <a:latin typeface="Noto Sans CJK SC"/>
            </a:endParaRPr>
          </a:p>
          <a:p>
            <a:pPr marL="457200" defTabSz="914400">
              <a:lnSpc>
                <a:spcPct val="100000"/>
              </a:lnSpc>
            </a:pPr>
            <a:r>
              <a:rPr b="0" lang="en-US" sz="1800" strike="noStrike" u="none">
                <a:solidFill>
                  <a:schemeClr val="dk1"/>
                </a:solidFill>
                <a:uFillTx/>
                <a:latin typeface="Calibri"/>
              </a:rPr>
              <a:t>• </a:t>
            </a:r>
            <a:r>
              <a:rPr b="0" lang="en-US" sz="1800" strike="noStrike" u="none">
                <a:solidFill>
                  <a:schemeClr val="dk1"/>
                </a:solidFill>
                <a:uFillTx/>
                <a:latin typeface="Calibri"/>
              </a:rPr>
              <a:t>n = length of the text/string</a:t>
            </a:r>
            <a:endParaRPr b="0" lang="en-US" sz="1800" strike="noStrike" u="none">
              <a:solidFill>
                <a:srgbClr val="000000"/>
              </a:solidFill>
              <a:uFillTx/>
              <a:latin typeface="Noto Sans CJK SC"/>
            </a:endParaRPr>
          </a:p>
          <a:p>
            <a:pPr marL="457200" defTabSz="914400">
              <a:lnSpc>
                <a:spcPct val="100000"/>
              </a:lnSpc>
            </a:pPr>
            <a:r>
              <a:rPr b="0" lang="en-US" sz="1800" strike="noStrike" u="none">
                <a:solidFill>
                  <a:schemeClr val="dk1"/>
                </a:solidFill>
                <a:uFillTx/>
                <a:latin typeface="Calibri"/>
              </a:rPr>
              <a:t>• </a:t>
            </a:r>
            <a:r>
              <a:rPr b="0" lang="en-US" sz="1800" strike="noStrike" u="none">
                <a:solidFill>
                  <a:schemeClr val="dk1"/>
                </a:solidFill>
                <a:uFillTx/>
                <a:latin typeface="Calibri"/>
              </a:rPr>
              <a:t>m = length of the pattern</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marL="457200" indent="-457200" defTabSz="914400">
              <a:lnSpc>
                <a:spcPct val="100000"/>
              </a:lnSpc>
              <a:buFont typeface="Wingdings" charset="2"/>
              <a:buChar char=""/>
            </a:pPr>
            <a:r>
              <a:rPr b="1" lang="en-IN" sz="2800" strike="noStrike" u="none">
                <a:solidFill>
                  <a:schemeClr val="dk1"/>
                </a:solidFill>
                <a:uFillTx/>
                <a:latin typeface="Calibri"/>
              </a:rPr>
              <a:t>Space Complexity:</a:t>
            </a:r>
            <a:endParaRPr b="0" lang="en-US" sz="2800" strike="noStrike" u="none">
              <a:solidFill>
                <a:srgbClr val="000000"/>
              </a:solidFill>
              <a:uFillTx/>
              <a:latin typeface="Noto Sans CJK SC"/>
            </a:endParaRPr>
          </a:p>
          <a:p>
            <a:pPr defTabSz="914400">
              <a:lnSpc>
                <a:spcPct val="100000"/>
              </a:lnSpc>
            </a:pPr>
            <a:r>
              <a:rPr b="0" lang="en-US" sz="1800" strike="noStrike" u="none">
                <a:solidFill>
                  <a:schemeClr val="dk1"/>
                </a:solidFill>
                <a:uFillTx/>
                <a:latin typeface="Calibri"/>
              </a:rPr>
              <a:t>The space complexity is approximately O(1) excluding input storage, since only a few</a:t>
            </a:r>
            <a:endParaRPr b="0" lang="en-US" sz="1800" strike="noStrike" u="none">
              <a:solidFill>
                <a:srgbClr val="000000"/>
              </a:solidFill>
              <a:uFillTx/>
              <a:latin typeface="Noto Sans CJK SC"/>
            </a:endParaRPr>
          </a:p>
          <a:p>
            <a:pPr defTabSz="914400">
              <a:lnSpc>
                <a:spcPct val="100000"/>
              </a:lnSpc>
            </a:pPr>
            <a:r>
              <a:rPr b="0" lang="en-US" sz="1800" strike="noStrike" u="none">
                <a:solidFill>
                  <a:schemeClr val="dk1"/>
                </a:solidFill>
                <a:uFillTx/>
                <a:latin typeface="Calibri"/>
              </a:rPr>
              <a:t>additional variables are used during execution.</a:t>
            </a:r>
            <a:endParaRPr b="0" lang="en-US" sz="1800" strike="noStrike" u="none">
              <a:solidFill>
                <a:srgbClr val="000000"/>
              </a:solidFill>
              <a:uFillTx/>
              <a:latin typeface="Noto Sans CJK SC"/>
            </a:endParaRPr>
          </a:p>
          <a:p>
            <a:pPr defTabSz="914400">
              <a:lnSpc>
                <a:spcPct val="100000"/>
              </a:lnSpc>
            </a:pPr>
            <a:r>
              <a:rPr b="0" lang="en-IN" sz="1800" strike="noStrike" u="none">
                <a:solidFill>
                  <a:schemeClr val="dk1"/>
                </a:solidFill>
                <a:uFillTx/>
                <a:latin typeface="Calibri"/>
              </a:rPr>
              <a:t>8</a:t>
            </a:r>
            <a:endParaRPr b="0" lang="en-US" sz="1800" strike="noStrike" u="none">
              <a:solidFill>
                <a:srgbClr val="000000"/>
              </a:solidFill>
              <a:uFillTx/>
              <a:latin typeface="Noto Sans CJK SC"/>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0" y="0"/>
            <a:ext cx="12191760" cy="440640"/>
          </a:xfrm>
          <a:prstGeom prst="rect">
            <a:avLst/>
          </a:prstGeom>
          <a:noFill/>
          <a:ln w="0">
            <a:noFill/>
          </a:ln>
        </p:spPr>
        <p:txBody>
          <a:bodyPr lIns="91440" rIns="91440" tIns="45720" bIns="45720" anchor="ctr">
            <a:normAutofit fontScale="90000"/>
          </a:bodyPr>
          <a:p>
            <a:pPr indent="0">
              <a:buNone/>
            </a:pPr>
            <a:endParaRPr b="0" lang="en-US" sz="4400" strike="noStrike" u="none">
              <a:solidFill>
                <a:schemeClr val="dk1"/>
              </a:solidFill>
              <a:uFillTx/>
              <a:latin typeface="Calibri Light"/>
            </a:endParaRPr>
          </a:p>
        </p:txBody>
      </p:sp>
      <p:pic>
        <p:nvPicPr>
          <p:cNvPr id="65" name="Content Placeholder 3" descr=""/>
          <p:cNvPicPr/>
          <p:nvPr/>
        </p:nvPicPr>
        <p:blipFill>
          <a:blip r:embed="rId1"/>
          <a:stretch/>
        </p:blipFill>
        <p:spPr>
          <a:xfrm>
            <a:off x="4375440" y="1825560"/>
            <a:ext cx="3440520" cy="4350960"/>
          </a:xfrm>
          <a:prstGeom prst="rect">
            <a:avLst/>
          </a:prstGeom>
          <a:noFill/>
          <a:ln w="0">
            <a:noFill/>
          </a:ln>
          <a:scene3d>
            <a:camera prst="orthographicFront">
              <a:rot lat="0" lon="0" rev="0"/>
            </a:camera>
            <a:lightRig dir="t" rig="chilly">
              <a:rot lat="0" lon="0" rev="18480000"/>
            </a:lightRig>
          </a:scene3d>
          <a:sp3d prstMaterial="clear">
            <a:bevelT h="63500"/>
          </a:sp3d>
        </p:spPr>
      </p:pic>
      <p:sp>
        <p:nvSpPr>
          <p:cNvPr id="66" name="Rectangle 4"/>
          <p:cNvSpPr/>
          <p:nvPr/>
        </p:nvSpPr>
        <p:spPr>
          <a:xfrm>
            <a:off x="-24840" y="0"/>
            <a:ext cx="12216240" cy="460440"/>
          </a:xfrm>
          <a:prstGeom prst="rect">
            <a:avLst/>
          </a:prstGeom>
          <a:solidFill>
            <a:srgbClr val="ffc00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0" lang="en-GB" sz="3600" strike="noStrike" u="none">
                <a:solidFill>
                  <a:srgbClr val="002060"/>
                </a:solidFill>
                <a:uFillTx/>
                <a:latin typeface="Berlin Sans FB Demi"/>
              </a:rPr>
              <a:t>EXAMPLE</a:t>
            </a:r>
            <a:endParaRPr b="0" lang="en-US" sz="3600" strike="noStrike" u="none">
              <a:solidFill>
                <a:srgbClr val="000000"/>
              </a:solidFill>
              <a:uFillTx/>
              <a:latin typeface="Noto Sans CJK SC"/>
            </a:endParaRPr>
          </a:p>
        </p:txBody>
      </p:sp>
      <p:sp>
        <p:nvSpPr>
          <p:cNvPr id="67" name="Rectangle 5"/>
          <p:cNvSpPr/>
          <p:nvPr/>
        </p:nvSpPr>
        <p:spPr>
          <a:xfrm>
            <a:off x="-11160" y="6525360"/>
            <a:ext cx="11809080" cy="330120"/>
          </a:xfrm>
          <a:prstGeom prst="rect">
            <a:avLst/>
          </a:prstGeom>
          <a:solidFill>
            <a:srgbClr val="00206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lt1"/>
                </a:solidFill>
                <a:uFillTx/>
                <a:latin typeface="Bahnschrift"/>
                <a:ea typeface="新細明體"/>
              </a:rPr>
              <a:t>9</a:t>
            </a:r>
            <a:endParaRPr b="0" lang="en-US" sz="1400" strike="noStrike" u="none">
              <a:solidFill>
                <a:srgbClr val="ffffff"/>
              </a:solidFill>
              <a:uFillTx/>
              <a:latin typeface="Noto Sans CJK SC"/>
            </a:endParaRPr>
          </a:p>
        </p:txBody>
      </p:sp>
      <p:pic>
        <p:nvPicPr>
          <p:cNvPr id="68" name="Picture 6" descr=""/>
          <p:cNvPicPr/>
          <p:nvPr/>
        </p:nvPicPr>
        <p:blipFill>
          <a:blip r:embed="rId2"/>
          <a:stretch/>
        </p:blipFill>
        <p:spPr>
          <a:xfrm>
            <a:off x="11811960" y="6525360"/>
            <a:ext cx="407160" cy="332280"/>
          </a:xfrm>
          <a:prstGeom prst="rect">
            <a:avLst/>
          </a:prstGeom>
          <a:noFill/>
          <a:ln w="0">
            <a:noFill/>
          </a:ln>
        </p:spPr>
      </p:pic>
      <p:sp>
        <p:nvSpPr>
          <p:cNvPr id="69" name="TextBox 7"/>
          <p:cNvSpPr/>
          <p:nvPr/>
        </p:nvSpPr>
        <p:spPr>
          <a:xfrm>
            <a:off x="184680" y="681120"/>
            <a:ext cx="8924400" cy="5850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1800" strike="noStrike" u="none">
                <a:solidFill>
                  <a:schemeClr val="dk1"/>
                </a:solidFill>
                <a:uFillTx/>
                <a:latin typeface="Calibri"/>
              </a:rPr>
              <a:t>Input</a:t>
            </a:r>
            <a:r>
              <a:rPr b="0" lang="en-IN" sz="1800" strike="noStrike" u="none">
                <a:solidFill>
                  <a:schemeClr val="dk1"/>
                </a:solidFill>
                <a:uFillTx/>
                <a:latin typeface="Calibri"/>
              </a:rPr>
              <a:t>: text = "geeksforgeeks", pattern = "geeks“</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r>
              <a:rPr b="1" lang="en-IN" sz="1800" strike="noStrike" u="none">
                <a:solidFill>
                  <a:schemeClr val="dk1"/>
                </a:solidFill>
                <a:uFillTx/>
                <a:latin typeface="Calibri"/>
              </a:rPr>
              <a:t>Output</a:t>
            </a:r>
            <a:r>
              <a:rPr b="0" lang="en-IN" sz="1800" strike="noStrike" u="none">
                <a:solidFill>
                  <a:schemeClr val="dk1"/>
                </a:solidFill>
                <a:uFillTx/>
                <a:latin typeface="Calibri"/>
              </a:rPr>
              <a:t>:  [0, 8]</a:t>
            </a:r>
            <a:r>
              <a:rPr b="0" lang="en-IN" sz="1800" strike="noStrike" u="none">
                <a:solidFill>
                  <a:schemeClr val="dk1"/>
                </a:solidFill>
                <a:uFillTx/>
                <a:latin typeface="Calibri"/>
              </a:rPr>
              <a:t>	</a:t>
            </a:r>
            <a:r>
              <a:rPr b="0" lang="en-IN" sz="1800" strike="noStrike" u="none">
                <a:solidFill>
                  <a:schemeClr val="dk1"/>
                </a:solidFill>
                <a:uFillTx/>
                <a:latin typeface="Calibri"/>
              </a:rPr>
              <a:t>	</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r>
              <a:rPr b="1" lang="en-IN" sz="1800" strike="noStrike" u="none">
                <a:solidFill>
                  <a:schemeClr val="dk1"/>
                </a:solidFill>
                <a:uFillTx/>
                <a:latin typeface="Calibri"/>
              </a:rPr>
              <a:t>Explanation</a:t>
            </a:r>
            <a:r>
              <a:rPr b="0" lang="en-IN" sz="1800" strike="noStrike" u="none">
                <a:solidFill>
                  <a:schemeClr val="dk1"/>
                </a:solidFill>
                <a:uFillTx/>
                <a:latin typeface="Calibri"/>
              </a:rPr>
              <a:t>: The string "geeks" occurs at index 0 and 8 in text.</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r>
              <a:rPr b="1" lang="en-IN" sz="1800" strike="noStrike" u="none">
                <a:solidFill>
                  <a:schemeClr val="dk1"/>
                </a:solidFill>
                <a:uFillTx/>
                <a:latin typeface="Calibri"/>
              </a:rPr>
              <a:t>Input:</a:t>
            </a:r>
            <a:r>
              <a:rPr b="0" lang="en-IN" sz="1800" strike="noStrike" u="none">
                <a:solidFill>
                  <a:schemeClr val="dk1"/>
                </a:solidFill>
                <a:uFillTx/>
                <a:latin typeface="Calibri"/>
              </a:rPr>
              <a:t>  text =  "aabaacaadaabaaba", pattern = "aaba“</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r>
              <a:rPr b="1" lang="en-IN" sz="1800" strike="noStrike" u="none">
                <a:solidFill>
                  <a:schemeClr val="dk1"/>
                </a:solidFill>
                <a:uFillTx/>
                <a:latin typeface="Calibri"/>
              </a:rPr>
              <a:t>Output:</a:t>
            </a:r>
            <a:r>
              <a:rPr b="0" lang="en-IN" sz="1800" strike="noStrike" u="none">
                <a:solidFill>
                  <a:schemeClr val="dk1"/>
                </a:solidFill>
                <a:uFillTx/>
                <a:latin typeface="Calibri"/>
              </a:rPr>
              <a:t> [0, 9,  12]</a:t>
            </a: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a:p>
            <a:pPr defTabSz="914400">
              <a:lnSpc>
                <a:spcPct val="100000"/>
              </a:lnSpc>
            </a:pPr>
            <a:endParaRPr b="0" lang="en-US" sz="1800" strike="noStrike" u="none">
              <a:solidFill>
                <a:srgbClr val="000000"/>
              </a:solidFill>
              <a:uFillTx/>
              <a:latin typeface="Noto Sans CJK SC"/>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0" y="0"/>
            <a:ext cx="12191760" cy="440640"/>
          </a:xfrm>
          <a:prstGeom prst="rect">
            <a:avLst/>
          </a:prstGeom>
          <a:noFill/>
          <a:ln w="0">
            <a:noFill/>
          </a:ln>
        </p:spPr>
        <p:txBody>
          <a:bodyPr lIns="91440" rIns="91440" tIns="45720" bIns="45720" anchor="ctr">
            <a:normAutofit fontScale="90000"/>
          </a:bodyPr>
          <a:p>
            <a:pPr indent="0">
              <a:buNone/>
            </a:pPr>
            <a:endParaRPr b="0" lang="en-US" sz="4400" strike="noStrike" u="none">
              <a:solidFill>
                <a:schemeClr val="dk1"/>
              </a:solidFill>
              <a:uFillTx/>
              <a:latin typeface="Calibri Light"/>
            </a:endParaRPr>
          </a:p>
        </p:txBody>
      </p:sp>
      <p:pic>
        <p:nvPicPr>
          <p:cNvPr id="71" name="Content Placeholder 3" descr=""/>
          <p:cNvPicPr/>
          <p:nvPr/>
        </p:nvPicPr>
        <p:blipFill>
          <a:blip r:embed="rId1"/>
          <a:stretch/>
        </p:blipFill>
        <p:spPr>
          <a:xfrm>
            <a:off x="4375440" y="1825560"/>
            <a:ext cx="3440520" cy="4350960"/>
          </a:xfrm>
          <a:prstGeom prst="rect">
            <a:avLst/>
          </a:prstGeom>
          <a:noFill/>
          <a:ln w="0">
            <a:noFill/>
          </a:ln>
          <a:scene3d>
            <a:camera prst="orthographicFront">
              <a:rot lat="0" lon="0" rev="0"/>
            </a:camera>
            <a:lightRig dir="t" rig="chilly">
              <a:rot lat="0" lon="0" rev="18480000"/>
            </a:lightRig>
          </a:scene3d>
          <a:sp3d prstMaterial="clear">
            <a:bevelT h="63500"/>
          </a:sp3d>
        </p:spPr>
      </p:pic>
      <p:sp>
        <p:nvSpPr>
          <p:cNvPr id="72" name="Rectangle 4"/>
          <p:cNvSpPr/>
          <p:nvPr/>
        </p:nvSpPr>
        <p:spPr>
          <a:xfrm>
            <a:off x="-24840" y="0"/>
            <a:ext cx="12216240" cy="460440"/>
          </a:xfrm>
          <a:prstGeom prst="rect">
            <a:avLst/>
          </a:prstGeom>
          <a:solidFill>
            <a:srgbClr val="ffc00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0" lang="en-GB" sz="3600" strike="noStrike" u="none">
                <a:solidFill>
                  <a:srgbClr val="002060"/>
                </a:solidFill>
                <a:uFillTx/>
                <a:latin typeface="Berlin Sans FB Demi"/>
              </a:rPr>
              <a:t>EXAMPLE</a:t>
            </a:r>
            <a:endParaRPr b="0" lang="en-US" sz="3600" strike="noStrike" u="none">
              <a:solidFill>
                <a:srgbClr val="000000"/>
              </a:solidFill>
              <a:uFillTx/>
              <a:latin typeface="Noto Sans CJK SC"/>
            </a:endParaRPr>
          </a:p>
        </p:txBody>
      </p:sp>
      <p:sp>
        <p:nvSpPr>
          <p:cNvPr id="73" name="Rectangle 5"/>
          <p:cNvSpPr/>
          <p:nvPr/>
        </p:nvSpPr>
        <p:spPr>
          <a:xfrm>
            <a:off x="-11160" y="6525360"/>
            <a:ext cx="11809080" cy="330120"/>
          </a:xfrm>
          <a:prstGeom prst="rect">
            <a:avLst/>
          </a:prstGeom>
          <a:solidFill>
            <a:srgbClr val="00206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lt1"/>
                </a:solidFill>
                <a:uFillTx/>
                <a:latin typeface="Bahnschrift"/>
                <a:ea typeface="新細明體"/>
              </a:rPr>
              <a:t>10</a:t>
            </a:r>
            <a:endParaRPr b="0" lang="en-US" sz="1400" strike="noStrike" u="none">
              <a:solidFill>
                <a:srgbClr val="ffffff"/>
              </a:solidFill>
              <a:uFillTx/>
              <a:latin typeface="Noto Sans CJK SC"/>
            </a:endParaRPr>
          </a:p>
        </p:txBody>
      </p:sp>
      <p:pic>
        <p:nvPicPr>
          <p:cNvPr id="74" name="Picture 6" descr=""/>
          <p:cNvPicPr/>
          <p:nvPr/>
        </p:nvPicPr>
        <p:blipFill>
          <a:blip r:embed="rId2"/>
          <a:stretch/>
        </p:blipFill>
        <p:spPr>
          <a:xfrm>
            <a:off x="11811960" y="6525360"/>
            <a:ext cx="407160" cy="332280"/>
          </a:xfrm>
          <a:prstGeom prst="rect">
            <a:avLst/>
          </a:prstGeom>
          <a:noFill/>
          <a:ln w="0">
            <a:noFill/>
          </a:ln>
        </p:spPr>
      </p:pic>
      <p:pic>
        <p:nvPicPr>
          <p:cNvPr id="75" name="Picture 2" descr=""/>
          <p:cNvPicPr/>
          <p:nvPr/>
        </p:nvPicPr>
        <p:blipFill>
          <a:blip r:embed="rId3"/>
          <a:stretch/>
        </p:blipFill>
        <p:spPr>
          <a:xfrm>
            <a:off x="120960" y="2110320"/>
            <a:ext cx="11894040" cy="3974400"/>
          </a:xfrm>
          <a:prstGeom prst="rect">
            <a:avLst/>
          </a:prstGeom>
          <a:noFill/>
          <a:ln w="0">
            <a:noFill/>
          </a:ln>
        </p:spPr>
      </p:pic>
      <p:sp>
        <p:nvSpPr>
          <p:cNvPr id="76" name="TextBox 9"/>
          <p:cNvSpPr/>
          <p:nvPr/>
        </p:nvSpPr>
        <p:spPr>
          <a:xfrm>
            <a:off x="487800" y="1146960"/>
            <a:ext cx="6217560" cy="516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IN" sz="2800" strike="noStrike" u="none">
                <a:solidFill>
                  <a:schemeClr val="dk1"/>
                </a:solidFill>
                <a:uFillTx/>
                <a:latin typeface="Calibri"/>
              </a:rPr>
              <a:t>kmp-algorithm-for-pattern-searching</a:t>
            </a:r>
            <a:endParaRPr b="0" lang="en-US" sz="2800" strike="noStrike" u="none">
              <a:solidFill>
                <a:srgbClr val="000000"/>
              </a:solidFill>
              <a:uFillTx/>
              <a:latin typeface="Noto Sans CJK SC"/>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0" y="0"/>
            <a:ext cx="12191760" cy="440640"/>
          </a:xfrm>
          <a:prstGeom prst="rect">
            <a:avLst/>
          </a:prstGeom>
          <a:noFill/>
          <a:ln w="0">
            <a:noFill/>
          </a:ln>
        </p:spPr>
        <p:txBody>
          <a:bodyPr lIns="91440" rIns="91440" tIns="45720" bIns="45720" anchor="ctr">
            <a:normAutofit fontScale="90000"/>
          </a:bodyPr>
          <a:p>
            <a:pPr indent="0">
              <a:buNone/>
            </a:pPr>
            <a:endParaRPr b="0" lang="en-US" sz="4400" strike="noStrike" u="none">
              <a:solidFill>
                <a:schemeClr val="dk1"/>
              </a:solidFill>
              <a:uFillTx/>
              <a:latin typeface="Calibri Light"/>
            </a:endParaRPr>
          </a:p>
        </p:txBody>
      </p:sp>
      <p:pic>
        <p:nvPicPr>
          <p:cNvPr id="78" name="Content Placeholder 3" descr=""/>
          <p:cNvPicPr/>
          <p:nvPr/>
        </p:nvPicPr>
        <p:blipFill>
          <a:blip r:embed="rId1"/>
          <a:stretch/>
        </p:blipFill>
        <p:spPr>
          <a:xfrm>
            <a:off x="4375440" y="1825560"/>
            <a:ext cx="3440520" cy="4350960"/>
          </a:xfrm>
          <a:prstGeom prst="rect">
            <a:avLst/>
          </a:prstGeom>
          <a:noFill/>
          <a:ln w="0">
            <a:noFill/>
          </a:ln>
          <a:scene3d>
            <a:camera prst="orthographicFront">
              <a:rot lat="0" lon="0" rev="0"/>
            </a:camera>
            <a:lightRig dir="t" rig="chilly">
              <a:rot lat="0" lon="0" rev="18480000"/>
            </a:lightRig>
          </a:scene3d>
          <a:sp3d prstMaterial="clear">
            <a:bevelT h="63500"/>
          </a:sp3d>
        </p:spPr>
      </p:pic>
      <p:sp>
        <p:nvSpPr>
          <p:cNvPr id="79" name="Rectangle 4"/>
          <p:cNvSpPr/>
          <p:nvPr/>
        </p:nvSpPr>
        <p:spPr>
          <a:xfrm>
            <a:off x="-24840" y="0"/>
            <a:ext cx="12216240" cy="460440"/>
          </a:xfrm>
          <a:prstGeom prst="rect">
            <a:avLst/>
          </a:prstGeom>
          <a:solidFill>
            <a:srgbClr val="ffc00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0" lang="en-GB" sz="3600" strike="noStrike" u="none">
                <a:solidFill>
                  <a:srgbClr val="002060"/>
                </a:solidFill>
                <a:uFillTx/>
                <a:latin typeface="Berlin Sans FB Demi"/>
              </a:rPr>
              <a:t>EXAMPLE</a:t>
            </a:r>
            <a:endParaRPr b="0" lang="en-US" sz="3600" strike="noStrike" u="none">
              <a:solidFill>
                <a:srgbClr val="000000"/>
              </a:solidFill>
              <a:uFillTx/>
              <a:latin typeface="Noto Sans CJK SC"/>
            </a:endParaRPr>
          </a:p>
        </p:txBody>
      </p:sp>
      <p:sp>
        <p:nvSpPr>
          <p:cNvPr id="80" name="Rectangle 5"/>
          <p:cNvSpPr/>
          <p:nvPr/>
        </p:nvSpPr>
        <p:spPr>
          <a:xfrm>
            <a:off x="-11160" y="6525360"/>
            <a:ext cx="11809080" cy="330120"/>
          </a:xfrm>
          <a:prstGeom prst="rect">
            <a:avLst/>
          </a:prstGeom>
          <a:solidFill>
            <a:srgbClr val="00206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lt1"/>
                </a:solidFill>
                <a:uFillTx/>
                <a:latin typeface="Bahnschrift"/>
                <a:ea typeface="新細明體"/>
              </a:rPr>
              <a:t>10</a:t>
            </a:r>
            <a:endParaRPr b="0" lang="en-US" sz="1400" strike="noStrike" u="none">
              <a:solidFill>
                <a:srgbClr val="ffffff"/>
              </a:solidFill>
              <a:uFillTx/>
              <a:latin typeface="Noto Sans CJK SC"/>
            </a:endParaRPr>
          </a:p>
        </p:txBody>
      </p:sp>
      <p:pic>
        <p:nvPicPr>
          <p:cNvPr id="81" name="Picture 6" descr=""/>
          <p:cNvPicPr/>
          <p:nvPr/>
        </p:nvPicPr>
        <p:blipFill>
          <a:blip r:embed="rId2"/>
          <a:stretch/>
        </p:blipFill>
        <p:spPr>
          <a:xfrm>
            <a:off x="11811960" y="6525360"/>
            <a:ext cx="407160" cy="332280"/>
          </a:xfrm>
          <a:prstGeom prst="rect">
            <a:avLst/>
          </a:prstGeom>
          <a:noFill/>
          <a:ln w="0">
            <a:noFill/>
          </a:ln>
        </p:spPr>
      </p:pic>
      <p:pic>
        <p:nvPicPr>
          <p:cNvPr id="82" name="Picture 13" descr=""/>
          <p:cNvPicPr/>
          <p:nvPr/>
        </p:nvPicPr>
        <p:blipFill>
          <a:blip r:embed="rId3"/>
          <a:stretch/>
        </p:blipFill>
        <p:spPr>
          <a:xfrm>
            <a:off x="2001960" y="1695960"/>
            <a:ext cx="7783200" cy="4437720"/>
          </a:xfrm>
          <a:prstGeom prst="rect">
            <a:avLst/>
          </a:prstGeom>
          <a:noFill/>
          <a:ln w="0">
            <a:noFill/>
          </a:ln>
        </p:spPr>
      </p:pic>
      <p:sp>
        <p:nvSpPr>
          <p:cNvPr id="83" name="TextBox 15"/>
          <p:cNvSpPr/>
          <p:nvPr/>
        </p:nvSpPr>
        <p:spPr>
          <a:xfrm>
            <a:off x="741600" y="921960"/>
            <a:ext cx="6217560" cy="423000"/>
          </a:xfrm>
          <a:prstGeom prst="rect">
            <a:avLst/>
          </a:prstGeom>
          <a:noFill/>
          <a:ln w="0">
            <a:noFill/>
          </a:ln>
        </p:spPr>
        <p:style>
          <a:lnRef idx="0"/>
          <a:fillRef idx="0"/>
          <a:effectRef idx="0"/>
          <a:fontRef idx="minor"/>
        </p:style>
        <p:txBody>
          <a:bodyPr lIns="90000" rIns="90000" tIns="45000" bIns="45000" anchor="t">
            <a:spAutoFit/>
          </a:bodyPr>
          <a:p>
            <a:pPr defTabSz="914400">
              <a:lnSpc>
                <a:spcPts val="2625"/>
              </a:lnSpc>
            </a:pPr>
            <a:r>
              <a:rPr b="1" lang="en-IN" sz="2400" strike="noStrike" u="none">
                <a:solidFill>
                  <a:srgbClr val="273239"/>
                </a:solidFill>
                <a:uFillTx/>
                <a:latin typeface="Source Sans 3"/>
              </a:rPr>
              <a:t>Longest Palindromic Subsequence (LPS)</a:t>
            </a:r>
            <a:endParaRPr b="0" lang="en-US" sz="2400" strike="noStrike" u="none">
              <a:solidFill>
                <a:srgbClr val="000000"/>
              </a:solidFill>
              <a:uFillTx/>
              <a:latin typeface="Noto Sans CJK SC"/>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0" y="0"/>
            <a:ext cx="12191760" cy="451440"/>
          </a:xfrm>
          <a:prstGeom prst="rect">
            <a:avLst/>
          </a:prstGeom>
          <a:noFill/>
          <a:ln w="0">
            <a:noFill/>
          </a:ln>
        </p:spPr>
        <p:txBody>
          <a:bodyPr lIns="91440" rIns="91440" tIns="45720" bIns="45720" anchor="ctr">
            <a:normAutofit fontScale="90000"/>
          </a:bodyPr>
          <a:p>
            <a:pPr indent="0">
              <a:buNone/>
            </a:pPr>
            <a:endParaRPr b="0" lang="en-US" sz="4400" strike="noStrike" u="none">
              <a:solidFill>
                <a:schemeClr val="dk1"/>
              </a:solidFill>
              <a:uFillTx/>
              <a:latin typeface="Calibri Light"/>
            </a:endParaRPr>
          </a:p>
        </p:txBody>
      </p:sp>
      <p:pic>
        <p:nvPicPr>
          <p:cNvPr id="85" name="Content Placeholder 3" descr=""/>
          <p:cNvPicPr/>
          <p:nvPr/>
        </p:nvPicPr>
        <p:blipFill>
          <a:blip r:embed="rId1"/>
          <a:stretch/>
        </p:blipFill>
        <p:spPr>
          <a:xfrm>
            <a:off x="4311000" y="1900800"/>
            <a:ext cx="3440520" cy="4350960"/>
          </a:xfrm>
          <a:prstGeom prst="rect">
            <a:avLst/>
          </a:prstGeom>
          <a:noFill/>
          <a:ln w="0">
            <a:noFill/>
          </a:ln>
          <a:scene3d>
            <a:camera prst="orthographicFront">
              <a:rot lat="0" lon="0" rev="0"/>
            </a:camera>
            <a:lightRig dir="t" rig="chilly">
              <a:rot lat="0" lon="0" rev="18480000"/>
            </a:lightRig>
          </a:scene3d>
          <a:sp3d prstMaterial="clear">
            <a:bevelT h="63500"/>
          </a:sp3d>
        </p:spPr>
      </p:pic>
      <p:sp>
        <p:nvSpPr>
          <p:cNvPr id="86" name="Rectangle 4"/>
          <p:cNvSpPr/>
          <p:nvPr/>
        </p:nvSpPr>
        <p:spPr>
          <a:xfrm>
            <a:off x="0" y="0"/>
            <a:ext cx="12216240" cy="460440"/>
          </a:xfrm>
          <a:prstGeom prst="rect">
            <a:avLst/>
          </a:prstGeom>
          <a:solidFill>
            <a:srgbClr val="ffc00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0" lang="en-GB" sz="3600" strike="noStrike" u="none">
                <a:solidFill>
                  <a:srgbClr val="002060"/>
                </a:solidFill>
                <a:uFillTx/>
                <a:latin typeface="Berlin Sans FB Demi"/>
              </a:rPr>
              <a:t>Real Life Applications:</a:t>
            </a:r>
            <a:endParaRPr b="0" lang="en-US" sz="3600" strike="noStrike" u="none">
              <a:solidFill>
                <a:srgbClr val="000000"/>
              </a:solidFill>
              <a:uFillTx/>
              <a:latin typeface="Noto Sans CJK SC"/>
            </a:endParaRPr>
          </a:p>
        </p:txBody>
      </p:sp>
      <p:sp>
        <p:nvSpPr>
          <p:cNvPr id="87" name="Rectangle 5"/>
          <p:cNvSpPr/>
          <p:nvPr/>
        </p:nvSpPr>
        <p:spPr>
          <a:xfrm>
            <a:off x="-11160" y="6525360"/>
            <a:ext cx="11809080" cy="330120"/>
          </a:xfrm>
          <a:prstGeom prst="rect">
            <a:avLst/>
          </a:prstGeom>
          <a:solidFill>
            <a:srgbClr val="00206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lt1"/>
                </a:solidFill>
                <a:uFillTx/>
                <a:latin typeface="Bahnschrift"/>
                <a:ea typeface="新細明體"/>
              </a:rPr>
              <a:t>11</a:t>
            </a:r>
            <a:endParaRPr b="0" lang="en-US" sz="1400" strike="noStrike" u="none">
              <a:solidFill>
                <a:srgbClr val="ffffff"/>
              </a:solidFill>
              <a:uFillTx/>
              <a:latin typeface="Noto Sans CJK SC"/>
            </a:endParaRPr>
          </a:p>
        </p:txBody>
      </p:sp>
      <p:pic>
        <p:nvPicPr>
          <p:cNvPr id="88" name="Picture 6" descr=""/>
          <p:cNvPicPr/>
          <p:nvPr/>
        </p:nvPicPr>
        <p:blipFill>
          <a:blip r:embed="rId2"/>
          <a:stretch/>
        </p:blipFill>
        <p:spPr>
          <a:xfrm>
            <a:off x="11811960" y="6525360"/>
            <a:ext cx="407160" cy="332280"/>
          </a:xfrm>
          <a:prstGeom prst="rect">
            <a:avLst/>
          </a:prstGeom>
          <a:noFill/>
          <a:ln w="0">
            <a:noFill/>
          </a:ln>
        </p:spPr>
      </p:pic>
      <p:sp>
        <p:nvSpPr>
          <p:cNvPr id="89" name="TextBox 7"/>
          <p:cNvSpPr/>
          <p:nvPr/>
        </p:nvSpPr>
        <p:spPr>
          <a:xfrm>
            <a:off x="92520" y="905040"/>
            <a:ext cx="11809080" cy="4053600"/>
          </a:xfrm>
          <a:prstGeom prst="rect">
            <a:avLst/>
          </a:prstGeom>
          <a:noFill/>
          <a:ln w="0">
            <a:noFill/>
          </a:ln>
        </p:spPr>
        <p:style>
          <a:lnRef idx="0"/>
          <a:fillRef idx="0"/>
          <a:effectRef idx="0"/>
          <a:fontRef idx="minor"/>
        </p:style>
        <p:txBody>
          <a:bodyPr lIns="90000" rIns="90000" tIns="45000" bIns="45000" anchor="t">
            <a:spAutoFit/>
          </a:bodyPr>
          <a:p>
            <a:pPr marL="457200" indent="-457200" defTabSz="914400">
              <a:lnSpc>
                <a:spcPct val="100000"/>
              </a:lnSpc>
              <a:buFont typeface="Calibri Light"/>
              <a:buAutoNum type="arabicPeriod"/>
            </a:pPr>
            <a:r>
              <a:rPr b="1" lang="en-IN" sz="2000" strike="noStrike" u="none">
                <a:solidFill>
                  <a:schemeClr val="dk1"/>
                </a:solidFill>
                <a:uFillTx/>
                <a:latin typeface="Calibri"/>
              </a:rPr>
              <a:t>TEXT PROCESSING:</a:t>
            </a:r>
            <a:r>
              <a:rPr b="0" lang="en-IN" sz="2000" strike="noStrike" u="none">
                <a:solidFill>
                  <a:schemeClr val="dk1"/>
                </a:solidFill>
                <a:uFillTx/>
                <a:latin typeface="Calibri"/>
              </a:rPr>
              <a:t> Searching for keywords in a document, finding and replacing text, spell checking, and plagiarism detection.</a:t>
            </a:r>
            <a:endParaRPr b="0" lang="en-US" sz="2000" strike="noStrike" u="none">
              <a:solidFill>
                <a:srgbClr val="000000"/>
              </a:solidFill>
              <a:uFillTx/>
              <a:latin typeface="Noto Sans CJK SC"/>
            </a:endParaRPr>
          </a:p>
          <a:p>
            <a:pPr defTabSz="914400">
              <a:lnSpc>
                <a:spcPct val="100000"/>
              </a:lnSpc>
            </a:pPr>
            <a:endParaRPr b="0" lang="en-US" sz="2000" strike="noStrike" u="none">
              <a:solidFill>
                <a:srgbClr val="000000"/>
              </a:solidFill>
              <a:uFillTx/>
              <a:latin typeface="Noto Sans CJK SC"/>
            </a:endParaRPr>
          </a:p>
          <a:p>
            <a:pPr marL="457200" indent="-457200" defTabSz="914400">
              <a:lnSpc>
                <a:spcPct val="100000"/>
              </a:lnSpc>
              <a:buFont typeface="Calibri Light"/>
              <a:buAutoNum type="arabicPeriod"/>
            </a:pPr>
            <a:r>
              <a:rPr b="1" lang="en-IN" sz="2000" strike="noStrike" u="none">
                <a:solidFill>
                  <a:schemeClr val="dk1"/>
                </a:solidFill>
                <a:uFillTx/>
                <a:latin typeface="Calibri"/>
              </a:rPr>
              <a:t>INFORMATION RETRIVAL:</a:t>
            </a:r>
            <a:r>
              <a:rPr b="0" lang="en-IN" sz="2000" strike="noStrike" u="none">
                <a:solidFill>
                  <a:schemeClr val="dk1"/>
                </a:solidFill>
                <a:uFillTx/>
                <a:latin typeface="Calibri"/>
              </a:rPr>
              <a:t> Finding relevant documents in a database, web search, and data mining.</a:t>
            </a:r>
            <a:endParaRPr b="0" lang="en-US" sz="2000" strike="noStrike" u="none">
              <a:solidFill>
                <a:srgbClr val="000000"/>
              </a:solidFill>
              <a:uFillTx/>
              <a:latin typeface="Noto Sans CJK SC"/>
            </a:endParaRPr>
          </a:p>
          <a:p>
            <a:pPr defTabSz="914400">
              <a:lnSpc>
                <a:spcPct val="100000"/>
              </a:lnSpc>
            </a:pPr>
            <a:endParaRPr b="0" lang="en-US" sz="2000" strike="noStrike" u="none">
              <a:solidFill>
                <a:srgbClr val="000000"/>
              </a:solidFill>
              <a:uFillTx/>
              <a:latin typeface="Noto Sans CJK SC"/>
            </a:endParaRPr>
          </a:p>
          <a:p>
            <a:pPr marL="457200" indent="-457200" defTabSz="914400">
              <a:lnSpc>
                <a:spcPct val="100000"/>
              </a:lnSpc>
              <a:buFont typeface="Calibri Light"/>
              <a:buAutoNum type="arabicPeriod"/>
            </a:pPr>
            <a:r>
              <a:rPr b="1" lang="en-IN" sz="2000" strike="noStrike" u="none">
                <a:solidFill>
                  <a:schemeClr val="dk1"/>
                </a:solidFill>
                <a:uFillTx/>
                <a:latin typeface="Calibri"/>
              </a:rPr>
              <a:t>BIOINFORMATICS:</a:t>
            </a:r>
            <a:r>
              <a:rPr b="0" lang="en-IN" sz="2000" strike="noStrike" u="none">
                <a:solidFill>
                  <a:schemeClr val="dk1"/>
                </a:solidFill>
                <a:uFillTx/>
                <a:latin typeface="Calibri"/>
              </a:rPr>
              <a:t> Searching for DNA sequences in a genome, protein analysis, and gene expression analysis</a:t>
            </a:r>
            <a:endParaRPr b="0" lang="en-US" sz="2000" strike="noStrike" u="none">
              <a:solidFill>
                <a:srgbClr val="000000"/>
              </a:solidFill>
              <a:uFillTx/>
              <a:latin typeface="Noto Sans CJK SC"/>
            </a:endParaRPr>
          </a:p>
          <a:p>
            <a:pPr defTabSz="914400">
              <a:lnSpc>
                <a:spcPct val="100000"/>
              </a:lnSpc>
            </a:pPr>
            <a:endParaRPr b="0" lang="en-US" sz="2000" strike="noStrike" u="none">
              <a:solidFill>
                <a:srgbClr val="000000"/>
              </a:solidFill>
              <a:uFillTx/>
              <a:latin typeface="Noto Sans CJK SC"/>
            </a:endParaRPr>
          </a:p>
          <a:p>
            <a:pPr marL="457200" indent="-457200" defTabSz="914400">
              <a:lnSpc>
                <a:spcPct val="100000"/>
              </a:lnSpc>
              <a:buFont typeface="Calibri Light"/>
              <a:buAutoNum type="arabicPeriod"/>
            </a:pPr>
            <a:r>
              <a:rPr b="1" lang="en-IN" sz="2000" strike="noStrike" u="none">
                <a:solidFill>
                  <a:schemeClr val="dk1"/>
                </a:solidFill>
                <a:uFillTx/>
                <a:latin typeface="Calibri"/>
              </a:rPr>
              <a:t>NETWORK SECURITY:</a:t>
            </a:r>
            <a:r>
              <a:rPr b="0" lang="en-IN" sz="2000" strike="noStrike" u="none">
                <a:solidFill>
                  <a:schemeClr val="dk1"/>
                </a:solidFill>
                <a:uFillTx/>
                <a:latin typeface="Calibri"/>
              </a:rPr>
              <a:t> Detecting malicious patterns in network traffic, intrusion detection, and malware analysis.</a:t>
            </a:r>
            <a:endParaRPr b="0" lang="en-US" sz="2000" strike="noStrike" u="none">
              <a:solidFill>
                <a:srgbClr val="000000"/>
              </a:solidFill>
              <a:uFillTx/>
              <a:latin typeface="Noto Sans CJK SC"/>
            </a:endParaRPr>
          </a:p>
          <a:p>
            <a:pPr defTabSz="914400">
              <a:lnSpc>
                <a:spcPct val="100000"/>
              </a:lnSpc>
            </a:pPr>
            <a:endParaRPr b="0" lang="en-US" sz="2000" strike="noStrike" u="none">
              <a:solidFill>
                <a:srgbClr val="000000"/>
              </a:solidFill>
              <a:uFillTx/>
              <a:latin typeface="Noto Sans CJK SC"/>
            </a:endParaRPr>
          </a:p>
          <a:p>
            <a:pPr marL="457200" indent="-457200" defTabSz="914400">
              <a:lnSpc>
                <a:spcPct val="100000"/>
              </a:lnSpc>
              <a:buFont typeface="Calibri Light"/>
              <a:buAutoNum type="arabicPeriod"/>
            </a:pPr>
            <a:r>
              <a:rPr b="1" lang="en-IN" sz="2000" strike="noStrike" u="none">
                <a:solidFill>
                  <a:schemeClr val="dk1"/>
                </a:solidFill>
                <a:uFillTx/>
                <a:latin typeface="Calibri"/>
              </a:rPr>
              <a:t>DATA MINING: </a:t>
            </a:r>
            <a:r>
              <a:rPr b="0" lang="en-IN" sz="2000" strike="noStrike" u="none">
                <a:solidFill>
                  <a:schemeClr val="dk1"/>
                </a:solidFill>
                <a:uFillTx/>
                <a:latin typeface="Calibri"/>
              </a:rPr>
              <a:t>Identifying patterns in large datasets, customer segmentation, and fraud detection.</a:t>
            </a:r>
            <a:endParaRPr b="0" lang="en-US" sz="2000" strike="noStrike" u="none">
              <a:solidFill>
                <a:srgbClr val="000000"/>
              </a:solidFill>
              <a:uFillTx/>
              <a:latin typeface="Noto Sans CJK SC"/>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 name="Content Placeholder 3" descr=""/>
          <p:cNvPicPr/>
          <p:nvPr/>
        </p:nvPicPr>
        <p:blipFill>
          <a:blip r:embed="rId1"/>
          <a:stretch/>
        </p:blipFill>
        <p:spPr>
          <a:xfrm>
            <a:off x="4375440" y="1825560"/>
            <a:ext cx="3440520" cy="4350960"/>
          </a:xfrm>
          <a:prstGeom prst="rect">
            <a:avLst/>
          </a:prstGeom>
          <a:noFill/>
          <a:ln w="0">
            <a:noFill/>
          </a:ln>
          <a:scene3d>
            <a:camera prst="orthographicFront">
              <a:rot lat="0" lon="0" rev="0"/>
            </a:camera>
            <a:lightRig dir="t" rig="chilly">
              <a:rot lat="0" lon="0" rev="18480000"/>
            </a:lightRig>
          </a:scene3d>
          <a:sp3d prstMaterial="clear">
            <a:bevelT h="63500"/>
          </a:sp3d>
        </p:spPr>
      </p:pic>
      <p:sp>
        <p:nvSpPr>
          <p:cNvPr id="91" name="Rectangle 4"/>
          <p:cNvSpPr/>
          <p:nvPr/>
        </p:nvSpPr>
        <p:spPr>
          <a:xfrm>
            <a:off x="-11160" y="-27360"/>
            <a:ext cx="12216240" cy="460440"/>
          </a:xfrm>
          <a:prstGeom prst="rect">
            <a:avLst/>
          </a:prstGeom>
          <a:solidFill>
            <a:srgbClr val="ffc00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endParaRPr b="0" lang="en-GB" sz="3600" strike="noStrike" u="none">
              <a:solidFill>
                <a:srgbClr val="002060"/>
              </a:solidFill>
              <a:uFillTx/>
              <a:latin typeface="Berlin Sans FB Demi"/>
            </a:endParaRPr>
          </a:p>
        </p:txBody>
      </p:sp>
      <p:sp>
        <p:nvSpPr>
          <p:cNvPr id="92" name="PlaceHolder 1"/>
          <p:cNvSpPr>
            <a:spLocks noGrp="1"/>
          </p:cNvSpPr>
          <p:nvPr>
            <p:ph type="title"/>
          </p:nvPr>
        </p:nvSpPr>
        <p:spPr>
          <a:xfrm>
            <a:off x="0" y="-194040"/>
            <a:ext cx="12218760" cy="883800"/>
          </a:xfrm>
          <a:prstGeom prst="rect">
            <a:avLst/>
          </a:prstGeom>
          <a:noFill/>
          <a:ln w="0">
            <a:noFill/>
          </a:ln>
        </p:spPr>
        <p:txBody>
          <a:bodyPr lIns="91440" rIns="91440" tIns="45720" bIns="45720" anchor="ctr">
            <a:normAutofit/>
          </a:bodyPr>
          <a:p>
            <a:pPr indent="0" defTabSz="914400">
              <a:lnSpc>
                <a:spcPct val="90000"/>
              </a:lnSpc>
              <a:buNone/>
            </a:pPr>
            <a:r>
              <a:rPr b="0" lang="en-GB" sz="4400" strike="noStrike" u="none">
                <a:solidFill>
                  <a:srgbClr val="002060"/>
                </a:solidFill>
                <a:uFillTx/>
                <a:latin typeface="Berlin Sans FB Demi"/>
              </a:rPr>
              <a:t>REFERENCES</a:t>
            </a:r>
            <a:endParaRPr b="0" lang="en-US" sz="4400" strike="noStrike" u="none">
              <a:solidFill>
                <a:schemeClr val="dk1"/>
              </a:solidFill>
              <a:uFillTx/>
              <a:latin typeface="Calibri"/>
            </a:endParaRPr>
          </a:p>
        </p:txBody>
      </p:sp>
      <p:sp>
        <p:nvSpPr>
          <p:cNvPr id="93" name="Rectangle 5"/>
          <p:cNvSpPr/>
          <p:nvPr/>
        </p:nvSpPr>
        <p:spPr>
          <a:xfrm>
            <a:off x="-31320" y="6525360"/>
            <a:ext cx="11809080" cy="330120"/>
          </a:xfrm>
          <a:prstGeom prst="rect">
            <a:avLst/>
          </a:prstGeom>
          <a:solidFill>
            <a:srgbClr val="00206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lt1"/>
                </a:solidFill>
                <a:uFillTx/>
                <a:latin typeface="Bahnschrift"/>
                <a:ea typeface="新細明體"/>
              </a:rPr>
              <a:t>12</a:t>
            </a:r>
            <a:endParaRPr b="0" lang="en-US" sz="1400" strike="noStrike" u="none">
              <a:solidFill>
                <a:srgbClr val="ffffff"/>
              </a:solidFill>
              <a:uFillTx/>
              <a:latin typeface="Noto Sans CJK SC"/>
            </a:endParaRPr>
          </a:p>
        </p:txBody>
      </p:sp>
      <p:pic>
        <p:nvPicPr>
          <p:cNvPr id="94" name="Picture 7" descr=""/>
          <p:cNvPicPr/>
          <p:nvPr/>
        </p:nvPicPr>
        <p:blipFill>
          <a:blip r:embed="rId2"/>
          <a:stretch/>
        </p:blipFill>
        <p:spPr>
          <a:xfrm>
            <a:off x="11811960" y="6525360"/>
            <a:ext cx="407160" cy="332280"/>
          </a:xfrm>
          <a:prstGeom prst="rect">
            <a:avLst/>
          </a:prstGeom>
          <a:noFill/>
          <a:ln w="0">
            <a:noFill/>
          </a:ln>
        </p:spPr>
      </p:pic>
      <p:sp>
        <p:nvSpPr>
          <p:cNvPr id="95" name="TextBox 2"/>
          <p:cNvSpPr/>
          <p:nvPr/>
        </p:nvSpPr>
        <p:spPr>
          <a:xfrm>
            <a:off x="323280" y="1038600"/>
            <a:ext cx="11988360" cy="3138840"/>
          </a:xfrm>
          <a:prstGeom prst="rect">
            <a:avLst/>
          </a:prstGeom>
          <a:noFill/>
          <a:ln w="0">
            <a:noFill/>
          </a:ln>
        </p:spPr>
        <p:style>
          <a:lnRef idx="0"/>
          <a:fillRef idx="0"/>
          <a:effectRef idx="0"/>
          <a:fontRef idx="minor"/>
        </p:style>
        <p:txBody>
          <a:bodyPr lIns="90000" rIns="90000" tIns="45000" bIns="45000" anchor="t">
            <a:spAutoFit/>
          </a:bodyPr>
          <a:p>
            <a:pPr marL="343080" indent="-343080" defTabSz="914400">
              <a:lnSpc>
                <a:spcPct val="100000"/>
              </a:lnSpc>
              <a:buFont typeface="Wingdings" charset="2"/>
              <a:buChar char=""/>
            </a:pPr>
            <a:r>
              <a:rPr b="0" lang="en-US" sz="2000" strike="noStrike" u="none">
                <a:solidFill>
                  <a:schemeClr val="dk1"/>
                </a:solidFill>
                <a:uFillTx/>
                <a:latin typeface="Calibri"/>
              </a:rPr>
              <a:t>GeeksforGeeks, “Palindrome in a String,” Available at: </a:t>
            </a:r>
            <a:r>
              <a:rPr b="0" lang="en-US" sz="2000" strike="noStrike" u="none">
                <a:solidFill>
                  <a:schemeClr val="dk1"/>
                </a:solidFill>
                <a:uFillTx/>
                <a:latin typeface="Calibri"/>
                <a:hlinkClick r:id="rId3"/>
              </a:rPr>
              <a:t>https://www.geeksforgeeks.org</a:t>
            </a:r>
            <a:endParaRPr b="0" lang="en-US" sz="2000" strike="noStrike" u="none">
              <a:solidFill>
                <a:srgbClr val="000000"/>
              </a:solidFill>
              <a:uFillTx/>
              <a:latin typeface="Noto Sans CJK SC"/>
            </a:endParaRPr>
          </a:p>
          <a:p>
            <a:pPr defTabSz="914400">
              <a:lnSpc>
                <a:spcPct val="100000"/>
              </a:lnSpc>
            </a:pPr>
            <a:endParaRPr b="0" lang="en-US" sz="2000" strike="noStrike" u="none">
              <a:solidFill>
                <a:srgbClr val="000000"/>
              </a:solidFill>
              <a:uFillTx/>
              <a:latin typeface="Noto Sans CJK SC"/>
            </a:endParaRPr>
          </a:p>
          <a:p>
            <a:pPr marL="343080" indent="-343080" defTabSz="914400">
              <a:lnSpc>
                <a:spcPct val="100000"/>
              </a:lnSpc>
              <a:buFont typeface="Wingdings" charset="2"/>
              <a:buChar char=""/>
            </a:pPr>
            <a:r>
              <a:rPr b="0" lang="en-US" sz="2000" strike="noStrike" u="none">
                <a:solidFill>
                  <a:schemeClr val="dk1"/>
                </a:solidFill>
                <a:uFillTx/>
                <a:latin typeface="Calibri"/>
              </a:rPr>
              <a:t>GeeksforGeeks, “Pattern Searching Algorithms,” Available at: </a:t>
            </a:r>
            <a:r>
              <a:rPr b="0" lang="en-US" sz="2000" strike="noStrike" u="none">
                <a:solidFill>
                  <a:schemeClr val="dk1"/>
                </a:solidFill>
                <a:uFillTx/>
                <a:latin typeface="Calibri"/>
                <a:hlinkClick r:id="rId4"/>
              </a:rPr>
              <a:t>https://www.geeksforgeeks.org</a:t>
            </a:r>
            <a:endParaRPr b="0" lang="en-US" sz="2000" strike="noStrike" u="none">
              <a:solidFill>
                <a:srgbClr val="000000"/>
              </a:solidFill>
              <a:uFillTx/>
              <a:latin typeface="Noto Sans CJK SC"/>
            </a:endParaRPr>
          </a:p>
          <a:p>
            <a:pPr defTabSz="914400">
              <a:lnSpc>
                <a:spcPct val="100000"/>
              </a:lnSpc>
            </a:pPr>
            <a:endParaRPr b="0" lang="en-US" sz="2000" strike="noStrike" u="none">
              <a:solidFill>
                <a:srgbClr val="000000"/>
              </a:solidFill>
              <a:uFillTx/>
              <a:latin typeface="Noto Sans CJK SC"/>
            </a:endParaRPr>
          </a:p>
          <a:p>
            <a:pPr marL="343080" indent="-343080" defTabSz="914400">
              <a:lnSpc>
                <a:spcPct val="100000"/>
              </a:lnSpc>
              <a:buFont typeface="Wingdings" charset="2"/>
              <a:buChar char=""/>
            </a:pPr>
            <a:r>
              <a:rPr b="0" lang="en-US" sz="2000" strike="noStrike" u="none">
                <a:solidFill>
                  <a:schemeClr val="dk1"/>
                </a:solidFill>
                <a:uFillTx/>
                <a:latin typeface="Calibri"/>
              </a:rPr>
              <a:t>ChatGPT</a:t>
            </a:r>
            <a:endParaRPr b="0" lang="en-US" sz="2000" strike="noStrike" u="none">
              <a:solidFill>
                <a:srgbClr val="000000"/>
              </a:solidFill>
              <a:uFillTx/>
              <a:latin typeface="Noto Sans CJK SC"/>
            </a:endParaRPr>
          </a:p>
          <a:p>
            <a:pPr defTabSz="914400">
              <a:lnSpc>
                <a:spcPct val="100000"/>
              </a:lnSpc>
            </a:pPr>
            <a:endParaRPr b="0" lang="en-US" sz="2000" strike="noStrike" u="none">
              <a:solidFill>
                <a:srgbClr val="000000"/>
              </a:solidFill>
              <a:uFillTx/>
              <a:latin typeface="Noto Sans CJK SC"/>
            </a:endParaRPr>
          </a:p>
          <a:p>
            <a:pPr marL="343080" indent="-343080" defTabSz="914400">
              <a:lnSpc>
                <a:spcPct val="100000"/>
              </a:lnSpc>
              <a:buFont typeface="Wingdings" charset="2"/>
              <a:buChar char=""/>
            </a:pPr>
            <a:r>
              <a:rPr b="0" lang="en-US" sz="2000" strike="noStrike" u="none">
                <a:solidFill>
                  <a:schemeClr val="dk1"/>
                </a:solidFill>
                <a:uFillTx/>
                <a:latin typeface="Calibri"/>
              </a:rPr>
              <a:t>Yashavant P. Kanetkar, Let Us C, BPB Publications.</a:t>
            </a:r>
            <a:endParaRPr b="0" lang="en-US" sz="2000" strike="noStrike" u="none">
              <a:solidFill>
                <a:srgbClr val="000000"/>
              </a:solidFill>
              <a:uFillTx/>
              <a:latin typeface="Noto Sans CJK SC"/>
            </a:endParaRPr>
          </a:p>
          <a:p>
            <a:pPr defTabSz="914400">
              <a:lnSpc>
                <a:spcPct val="100000"/>
              </a:lnSpc>
            </a:pPr>
            <a:endParaRPr b="0" lang="en-US" sz="2000" strike="noStrike" u="none">
              <a:solidFill>
                <a:srgbClr val="000000"/>
              </a:solidFill>
              <a:uFillTx/>
              <a:latin typeface="Noto Sans CJK SC"/>
            </a:endParaRPr>
          </a:p>
          <a:p>
            <a:pPr marL="343080" indent="-343080" defTabSz="914400">
              <a:lnSpc>
                <a:spcPct val="100000"/>
              </a:lnSpc>
              <a:buFont typeface="Wingdings" charset="2"/>
              <a:buChar char=""/>
            </a:pPr>
            <a:r>
              <a:rPr b="0" lang="en-US" sz="2000" strike="noStrike" u="none">
                <a:solidFill>
                  <a:schemeClr val="dk1"/>
                </a:solidFill>
                <a:uFillTx/>
                <a:latin typeface="Calibri"/>
              </a:rPr>
              <a:t>Aho, A. V., Sethi, R., and Ullman, J. D., Compilers: Principles, Techniques, and</a:t>
            </a:r>
            <a:endParaRPr b="0" lang="en-US" sz="2000" strike="noStrike" u="none">
              <a:solidFill>
                <a:srgbClr val="000000"/>
              </a:solidFill>
              <a:uFillTx/>
              <a:latin typeface="Noto Sans CJK SC"/>
            </a:endParaRPr>
          </a:p>
          <a:p>
            <a:pPr marL="343080" indent="-343080" defTabSz="914400">
              <a:lnSpc>
                <a:spcPct val="100000"/>
              </a:lnSpc>
              <a:buFont typeface="Wingdings" charset="2"/>
              <a:buChar char=""/>
            </a:pPr>
            <a:r>
              <a:rPr b="0" lang="en-US" sz="2000" strike="noStrike" u="none">
                <a:solidFill>
                  <a:schemeClr val="dk1"/>
                </a:solidFill>
                <a:uFillTx/>
                <a:latin typeface="Calibri"/>
              </a:rPr>
              <a:t>Tools, Addison-Wesle</a:t>
            </a:r>
            <a:endParaRPr b="0" lang="en-US" sz="2000" strike="noStrike" u="none">
              <a:solidFill>
                <a:srgbClr val="000000"/>
              </a:solidFill>
              <a:uFillTx/>
              <a:latin typeface="Noto Sans CJK SC"/>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Rectangle 4"/>
          <p:cNvSpPr/>
          <p:nvPr/>
        </p:nvSpPr>
        <p:spPr>
          <a:xfrm>
            <a:off x="-11160" y="-27360"/>
            <a:ext cx="12216240" cy="460440"/>
          </a:xfrm>
          <a:prstGeom prst="rect">
            <a:avLst/>
          </a:prstGeom>
          <a:solidFill>
            <a:srgbClr val="ffc00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endParaRPr b="0" lang="en-GB" sz="3600" strike="noStrike" u="none">
              <a:solidFill>
                <a:srgbClr val="002060"/>
              </a:solidFill>
              <a:uFillTx/>
              <a:latin typeface="Berlin Sans FB Demi"/>
            </a:endParaRPr>
          </a:p>
        </p:txBody>
      </p:sp>
      <p:pic>
        <p:nvPicPr>
          <p:cNvPr id="97" name="Picture 6" descr=""/>
          <p:cNvPicPr/>
          <p:nvPr/>
        </p:nvPicPr>
        <p:blipFill>
          <a:blip r:embed="rId1"/>
          <a:stretch/>
        </p:blipFill>
        <p:spPr>
          <a:xfrm>
            <a:off x="3939840" y="958680"/>
            <a:ext cx="3906720" cy="4940640"/>
          </a:xfrm>
          <a:prstGeom prst="rect">
            <a:avLst/>
          </a:prstGeom>
          <a:noFill/>
          <a:ln w="0">
            <a:noFill/>
          </a:ln>
          <a:scene3d>
            <a:camera prst="orthographicFront">
              <a:rot lat="0" lon="0" rev="0"/>
            </a:camera>
            <a:lightRig dir="t" rig="chilly">
              <a:rot lat="0" lon="0" rev="18480000"/>
            </a:lightRig>
          </a:scene3d>
          <a:sp3d prstMaterial="clear">
            <a:bevelT h="63500"/>
          </a:sp3d>
        </p:spPr>
      </p:pic>
      <p:pic>
        <p:nvPicPr>
          <p:cNvPr id="98" name="Picture 8" descr=""/>
          <p:cNvPicPr/>
          <p:nvPr/>
        </p:nvPicPr>
        <p:blipFill>
          <a:blip r:embed="rId2"/>
          <a:stretch/>
        </p:blipFill>
        <p:spPr>
          <a:xfrm>
            <a:off x="11825640" y="6525360"/>
            <a:ext cx="407160" cy="332280"/>
          </a:xfrm>
          <a:prstGeom prst="rect">
            <a:avLst/>
          </a:prstGeom>
          <a:noFill/>
          <a:ln w="0">
            <a:noFill/>
          </a:ln>
        </p:spPr>
      </p:pic>
      <p:sp>
        <p:nvSpPr>
          <p:cNvPr id="99" name="Rectangle 10"/>
          <p:cNvSpPr/>
          <p:nvPr/>
        </p:nvSpPr>
        <p:spPr>
          <a:xfrm>
            <a:off x="-11160" y="6525360"/>
            <a:ext cx="11809080" cy="330120"/>
          </a:xfrm>
          <a:prstGeom prst="rect">
            <a:avLst/>
          </a:prstGeom>
          <a:solidFill>
            <a:srgbClr val="002060"/>
          </a:solidFill>
          <a:ln>
            <a:solidFill>
              <a:srgbClr val="32549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lt1"/>
                </a:solidFill>
                <a:uFillTx/>
                <a:latin typeface="Bahnschrift"/>
                <a:ea typeface="新細明體"/>
              </a:rPr>
              <a:t>13</a:t>
            </a:r>
            <a:endParaRPr b="0" lang="en-US" sz="1400" strike="noStrike" u="none">
              <a:solidFill>
                <a:srgbClr val="ffffff"/>
              </a:solidFill>
              <a:uFillTx/>
              <a:latin typeface="Noto Sans CJK SC"/>
            </a:endParaRPr>
          </a:p>
        </p:txBody>
      </p:sp>
      <p:sp>
        <p:nvSpPr>
          <p:cNvPr id="100" name="PlaceHolder 1"/>
          <p:cNvSpPr>
            <a:spLocks noGrp="1"/>
          </p:cNvSpPr>
          <p:nvPr>
            <p:ph type="title"/>
          </p:nvPr>
        </p:nvSpPr>
        <p:spPr>
          <a:xfrm>
            <a:off x="-11160" y="1690200"/>
            <a:ext cx="12202560" cy="4783680"/>
          </a:xfrm>
          <a:prstGeom prst="rect">
            <a:avLst/>
          </a:prstGeom>
          <a:noFill/>
          <a:ln w="0">
            <a:noFill/>
          </a:ln>
        </p:spPr>
        <p:txBody>
          <a:bodyPr lIns="91440" rIns="91440" tIns="45720" bIns="45720" anchor="ctr">
            <a:noAutofit/>
          </a:bodyPr>
          <a:p>
            <a:pPr indent="0" algn="ctr" defTabSz="914400">
              <a:lnSpc>
                <a:spcPct val="90000"/>
              </a:lnSpc>
              <a:buNone/>
            </a:pPr>
            <a:r>
              <a:rPr b="1" lang="en-IN" sz="6000" strike="noStrike" u="none">
                <a:solidFill>
                  <a:schemeClr val="dk1"/>
                </a:solidFill>
                <a:uFillTx/>
                <a:latin typeface="Calibri Light"/>
              </a:rPr>
              <a:t>Thank You</a:t>
            </a:r>
            <a:br>
              <a:rPr sz="6000"/>
            </a:br>
            <a:r>
              <a:rPr b="1" lang="en-IN" sz="2800" strike="noStrike" u="none">
                <a:solidFill>
                  <a:schemeClr val="dk1"/>
                </a:solidFill>
                <a:uFillTx/>
                <a:latin typeface="Calibri Light"/>
              </a:rPr>
              <a:t>BY</a:t>
            </a:r>
            <a:br>
              <a:rPr sz="2800"/>
            </a:br>
            <a:r>
              <a:rPr b="1" lang="en-IN" sz="2800" strike="noStrike" u="none">
                <a:solidFill>
                  <a:schemeClr val="dk1"/>
                </a:solidFill>
                <a:uFillTx/>
                <a:latin typeface="Calibri Light"/>
              </a:rPr>
              <a:t>V Deelip Sai Ram (25261A04J9)</a:t>
            </a:r>
            <a:br>
              <a:rPr sz="2800"/>
            </a:br>
            <a:r>
              <a:rPr b="1" lang="en-IN" sz="2800" strike="noStrike" u="none">
                <a:solidFill>
                  <a:schemeClr val="dk1"/>
                </a:solidFill>
                <a:uFillTx/>
                <a:latin typeface="Calibri Light"/>
              </a:rPr>
              <a:t>G Rohith  Reddy (25261A04J0)</a:t>
            </a:r>
            <a:br>
              <a:rPr sz="2800"/>
            </a:br>
            <a:r>
              <a:rPr b="1" lang="en-IN" sz="2800" strike="noStrike" u="none">
                <a:solidFill>
                  <a:schemeClr val="dk1"/>
                </a:solidFill>
                <a:uFillTx/>
                <a:latin typeface="Calibri Light"/>
              </a:rPr>
              <a:t>M Tejaswini (25261A04G1)</a:t>
            </a:r>
            <a:br>
              <a:rPr sz="6000"/>
            </a:br>
            <a:br>
              <a:rPr sz="6000"/>
            </a:br>
            <a:endParaRPr b="0" lang="en-US" sz="2800" strike="noStrike" u="none">
              <a:solidFill>
                <a:schemeClr val="dk1"/>
              </a:solidFill>
              <a:uFillTx/>
              <a:latin typeface="Calibri"/>
            </a:endParaRPr>
          </a:p>
        </p:txBody>
      </p:sp>
      <p:sp>
        <p:nvSpPr>
          <p:cNvPr id="101" name="Title 1"/>
          <p:cNvSpPr/>
          <p:nvPr/>
        </p:nvSpPr>
        <p:spPr>
          <a:xfrm>
            <a:off x="-11160" y="6525360"/>
            <a:ext cx="11809080" cy="330120"/>
          </a:xfrm>
          <a:prstGeom prst="rect">
            <a:avLst/>
          </a:prstGeom>
          <a:noFill/>
          <a:ln w="0">
            <a:noFill/>
          </a:ln>
        </p:spPr>
        <p:style>
          <a:lnRef idx="0"/>
          <a:fillRef idx="0"/>
          <a:effectRef idx="0"/>
          <a:fontRef idx="minor"/>
        </p:style>
        <p:txBody>
          <a:bodyPr anchor="b">
            <a:noAutofit/>
          </a:bodyPr>
          <a:p>
            <a:pPr algn="ctr" defTabSz="914400">
              <a:lnSpc>
                <a:spcPct val="90000"/>
              </a:lnSpc>
            </a:pPr>
            <a:endParaRPr b="0" lang="en-IN" sz="3600" strike="noStrike" u="none">
              <a:solidFill>
                <a:schemeClr val="dk1"/>
              </a:solidFill>
              <a:uFillTx/>
              <a:latin typeface="Calibri Light"/>
            </a:endParaRPr>
          </a:p>
        </p:txBody>
      </p:sp>
      <p:sp>
        <p:nvSpPr>
          <p:cNvPr id="102" name="Title 1"/>
          <p:cNvSpPr/>
          <p:nvPr/>
        </p:nvSpPr>
        <p:spPr>
          <a:xfrm>
            <a:off x="210240" y="799200"/>
            <a:ext cx="11615040" cy="5515560"/>
          </a:xfrm>
          <a:prstGeom prst="rect">
            <a:avLst/>
          </a:prstGeom>
          <a:noFill/>
          <a:ln w="0">
            <a:noFill/>
          </a:ln>
        </p:spPr>
        <p:style>
          <a:lnRef idx="0"/>
          <a:fillRef idx="0"/>
          <a:effectRef idx="0"/>
          <a:fontRef idx="minor"/>
        </p:style>
        <p:txBody>
          <a:bodyPr anchor="ctr">
            <a:noAutofit/>
          </a:bodyPr>
          <a:p>
            <a:pPr defTabSz="914400">
              <a:lnSpc>
                <a:spcPct val="90000"/>
              </a:lnSpc>
            </a:pPr>
            <a:endParaRPr b="0" lang="en-IN" sz="3600" strike="noStrike" u="none">
              <a:solidFill>
                <a:schemeClr val="dk1"/>
              </a:solidFill>
              <a:uFillTx/>
              <a:latin typeface="Calibri Light"/>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849</TotalTime>
  <Application>LibreOfficeDev/24.8.7.2.0$Android_AARCH64 LibreOffice_project/</Application>
  <AppVersion>15.0000</AppVersion>
  <Words>1172</Words>
  <Paragraphs>178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2020-08-09T13:31:45Z</dcterms:created>
  <dc:creator>Praveen Reddy</dc:creator>
  <dc:description/>
  <dc:language>zh-CN</dc:language>
  <cp:lastModifiedBy>challa sri kausik</cp:lastModifiedBy>
  <dcterms:modified xsi:type="dcterms:W3CDTF">2026-05-15T06:34:18Z</dcterms:modified>
  <cp:revision>54</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14</vt:i4>
  </property>
</Properties>
</file>